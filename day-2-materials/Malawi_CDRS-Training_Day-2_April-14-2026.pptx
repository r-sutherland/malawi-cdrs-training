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36"/>
  </p:notesMasterIdLst>
  <p:handoutMasterIdLst>
    <p:handoutMasterId r:id="rId37"/>
  </p:handoutMasterIdLst>
  <p:sldIdLst>
    <p:sldId id="4185" r:id="rId2"/>
    <p:sldId id="4377" r:id="rId3"/>
    <p:sldId id="4383" r:id="rId4"/>
    <p:sldId id="4381" r:id="rId5"/>
    <p:sldId id="4251" r:id="rId6"/>
    <p:sldId id="4429" r:id="rId7"/>
    <p:sldId id="4379" r:id="rId8"/>
    <p:sldId id="4371" r:id="rId9"/>
    <p:sldId id="4430" r:id="rId10"/>
    <p:sldId id="4431" r:id="rId11"/>
    <p:sldId id="4426" r:id="rId12"/>
    <p:sldId id="4345" r:id="rId13"/>
    <p:sldId id="4402" r:id="rId14"/>
    <p:sldId id="4427" r:id="rId15"/>
    <p:sldId id="4414" r:id="rId16"/>
    <p:sldId id="4428" r:id="rId17"/>
    <p:sldId id="4346" r:id="rId18"/>
    <p:sldId id="4403" r:id="rId19"/>
    <p:sldId id="4394" r:id="rId20"/>
    <p:sldId id="4395" r:id="rId21"/>
    <p:sldId id="4415" r:id="rId22"/>
    <p:sldId id="4416" r:id="rId23"/>
    <p:sldId id="4408" r:id="rId24"/>
    <p:sldId id="4397" r:id="rId25"/>
    <p:sldId id="4417" r:id="rId26"/>
    <p:sldId id="4407" r:id="rId27"/>
    <p:sldId id="4406" r:id="rId28"/>
    <p:sldId id="4404" r:id="rId29"/>
    <p:sldId id="4385" r:id="rId30"/>
    <p:sldId id="4393" r:id="rId31"/>
    <p:sldId id="4399" r:id="rId32"/>
    <p:sldId id="4413" r:id="rId33"/>
    <p:sldId id="4421" r:id="rId34"/>
    <p:sldId id="442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17B9B9-14A4-41B8-B2D2-A1482FD7EE24}">
          <p14:sldIdLst>
            <p14:sldId id="4185"/>
          </p14:sldIdLst>
        </p14:section>
        <p14:section name="Recap" id="{80E437DD-B24F-4299-A47B-7BB7D73C3DD8}">
          <p14:sldIdLst>
            <p14:sldId id="4377"/>
            <p14:sldId id="4383"/>
            <p14:sldId id="4381"/>
            <p14:sldId id="4251"/>
            <p14:sldId id="4429"/>
          </p14:sldIdLst>
        </p14:section>
        <p14:section name="Session 5" id="{13EB122D-4134-481E-87E5-98E9E7EE77C6}">
          <p14:sldIdLst>
            <p14:sldId id="4379"/>
            <p14:sldId id="4371"/>
            <p14:sldId id="4430"/>
            <p14:sldId id="4431"/>
            <p14:sldId id="4426"/>
          </p14:sldIdLst>
        </p14:section>
        <p14:section name="Break" id="{FDA69B0F-408F-4D84-AB34-BC8CBBBF01DD}">
          <p14:sldIdLst>
            <p14:sldId id="4345"/>
          </p14:sldIdLst>
        </p14:section>
        <p14:section name="Session 6" id="{2A09A868-ED64-4ED2-95D9-C1300FB3F511}">
          <p14:sldIdLst>
            <p14:sldId id="4402"/>
            <p14:sldId id="4427"/>
            <p14:sldId id="4414"/>
            <p14:sldId id="4428"/>
          </p14:sldIdLst>
        </p14:section>
        <p14:section name="Lunch" id="{5072365E-AD48-48B5-954C-ABCF3F990DF3}">
          <p14:sldIdLst>
            <p14:sldId id="4346"/>
          </p14:sldIdLst>
        </p14:section>
        <p14:section name="Session 7" id="{EEFD61FA-585C-4448-BD8C-EFBCF92A843F}">
          <p14:sldIdLst>
            <p14:sldId id="4403"/>
            <p14:sldId id="4394"/>
            <p14:sldId id="4395"/>
          </p14:sldIdLst>
        </p14:section>
        <p14:section name="Session 8" id="{E26FA64A-8F58-4C75-87FE-E74387C9BAC1}">
          <p14:sldIdLst>
            <p14:sldId id="4415"/>
            <p14:sldId id="4416"/>
            <p14:sldId id="4408"/>
            <p14:sldId id="4397"/>
            <p14:sldId id="4417"/>
            <p14:sldId id="4407"/>
            <p14:sldId id="4406"/>
          </p14:sldIdLst>
        </p14:section>
        <p14:section name="Break" id="{37A7BA42-7594-4BE9-A100-8B94ED5CE344}">
          <p14:sldIdLst>
            <p14:sldId id="4404"/>
          </p14:sldIdLst>
        </p14:section>
        <p14:section name="Session 4" id="{C29BCAC3-85EF-4DC7-BBC5-7B99A45AD6E1}">
          <p14:sldIdLst>
            <p14:sldId id="4385"/>
            <p14:sldId id="4393"/>
            <p14:sldId id="4399"/>
            <p14:sldId id="4413"/>
            <p14:sldId id="4421"/>
          </p14:sldIdLst>
        </p14:section>
        <p14:section name="Knock-off" id="{A3F1A770-2932-4FC8-9F8C-D5E6447A115C}">
          <p14:sldIdLst>
            <p14:sldId id="44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8B47C3-1409-955D-1153-50EF9C0F7F14}" name="Abdulaziz Almuzaini" initials="AA" userId="S::aalmuzaini@worldbank.org::21c9945b-e873-4792-bebe-3329489ecd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20F0DE-1CC8-467F-A8B1-782B141C44BB}" v="67" dt="2026-04-14T08:51:35.091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298" autoAdjust="0"/>
  </p:normalViewPr>
  <p:slideViewPr>
    <p:cSldViewPr snapToGrid="0">
      <p:cViewPr>
        <p:scale>
          <a:sx n="51" d="100"/>
          <a:sy n="51" d="100"/>
        </p:scale>
        <p:origin x="1179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Anthony Sutherland" userId="ac5cc543-cb8c-4579-96a2-573d0093f677" providerId="ADAL" clId="{F0BD46CD-BF70-4461-A7D4-0C8FE74824A0}"/>
    <pc:docChg chg="undo redo custSel addSld delSld modSld sldOrd addSection delSection modSection">
      <pc:chgData name="Richard Anthony Sutherland" userId="ac5cc543-cb8c-4579-96a2-573d0093f677" providerId="ADAL" clId="{F0BD46CD-BF70-4461-A7D4-0C8FE74824A0}" dt="2026-04-14T14:08:15.024" v="5319"/>
      <pc:docMkLst>
        <pc:docMk/>
      </pc:docMkLst>
      <pc:sldChg chg="addSp delSp modSp add del mod ord">
        <pc:chgData name="Richard Anthony Sutherland" userId="ac5cc543-cb8c-4579-96a2-573d0093f677" providerId="ADAL" clId="{F0BD46CD-BF70-4461-A7D4-0C8FE74824A0}" dt="2026-04-14T14:08:03.759" v="5316" actId="47"/>
        <pc:sldMkLst>
          <pc:docMk/>
          <pc:sldMk cId="3877160210" sldId="4180"/>
        </pc:sldMkLst>
      </pc:sldChg>
      <pc:sldChg chg="modSp mod">
        <pc:chgData name="Richard Anthony Sutherland" userId="ac5cc543-cb8c-4579-96a2-573d0093f677" providerId="ADAL" clId="{F0BD46CD-BF70-4461-A7D4-0C8FE74824A0}" dt="2026-04-13T20:31:39.804" v="3765" actId="6549"/>
        <pc:sldMkLst>
          <pc:docMk/>
          <pc:sldMk cId="548515525" sldId="4185"/>
        </pc:sldMkLst>
        <pc:spChg chg="mod">
          <ac:chgData name="Richard Anthony Sutherland" userId="ac5cc543-cb8c-4579-96a2-573d0093f677" providerId="ADAL" clId="{F0BD46CD-BF70-4461-A7D4-0C8FE74824A0}" dt="2026-04-13T20:28:36.393" v="3754" actId="20577"/>
          <ac:spMkLst>
            <pc:docMk/>
            <pc:sldMk cId="548515525" sldId="4185"/>
            <ac:spMk id="2" creationId="{5BE18CA7-944E-4D3F-8C89-8598E6A64349}"/>
          </ac:spMkLst>
        </pc:spChg>
        <pc:spChg chg="mod">
          <ac:chgData name="Richard Anthony Sutherland" userId="ac5cc543-cb8c-4579-96a2-573d0093f677" providerId="ADAL" clId="{F0BD46CD-BF70-4461-A7D4-0C8FE74824A0}" dt="2026-04-13T20:31:39.804" v="3765" actId="6549"/>
          <ac:spMkLst>
            <pc:docMk/>
            <pc:sldMk cId="548515525" sldId="4185"/>
            <ac:spMk id="6" creationId="{4B4AB90A-7A42-43A0-82ED-CB5414344F16}"/>
          </ac:spMkLst>
        </pc:spChg>
      </pc:sldChg>
      <pc:sldChg chg="del">
        <pc:chgData name="Richard Anthony Sutherland" userId="ac5cc543-cb8c-4579-96a2-573d0093f677" providerId="ADAL" clId="{F0BD46CD-BF70-4461-A7D4-0C8FE74824A0}" dt="2026-04-13T20:43:53.677" v="3786" actId="47"/>
        <pc:sldMkLst>
          <pc:docMk/>
          <pc:sldMk cId="1457048810" sldId="4225"/>
        </pc:sldMkLst>
      </pc:sldChg>
      <pc:sldChg chg="addSp delSp modSp del mod ord">
        <pc:chgData name="Richard Anthony Sutherland" userId="ac5cc543-cb8c-4579-96a2-573d0093f677" providerId="ADAL" clId="{F0BD46CD-BF70-4461-A7D4-0C8FE74824A0}" dt="2026-04-13T20:43:56.217" v="3788" actId="47"/>
        <pc:sldMkLst>
          <pc:docMk/>
          <pc:sldMk cId="3822120801" sldId="4250"/>
        </pc:sldMkLst>
        <pc:picChg chg="add del mod">
          <ac:chgData name="Richard Anthony Sutherland" userId="ac5cc543-cb8c-4579-96a2-573d0093f677" providerId="ADAL" clId="{F0BD46CD-BF70-4461-A7D4-0C8FE74824A0}" dt="2026-04-13T07:47:48.551" v="3648" actId="478"/>
          <ac:picMkLst>
            <pc:docMk/>
            <pc:sldMk cId="3822120801" sldId="4250"/>
            <ac:picMk id="15" creationId="{B148A83B-5811-A5DB-5CF5-0F362C26D52F}"/>
          </ac:picMkLst>
        </pc:picChg>
        <pc:picChg chg="add del mod">
          <ac:chgData name="Richard Anthony Sutherland" userId="ac5cc543-cb8c-4579-96a2-573d0093f677" providerId="ADAL" clId="{F0BD46CD-BF70-4461-A7D4-0C8FE74824A0}" dt="2026-04-13T07:47:49.928" v="3649" actId="478"/>
          <ac:picMkLst>
            <pc:docMk/>
            <pc:sldMk cId="3822120801" sldId="4250"/>
            <ac:picMk id="20" creationId="{F1B2DEF2-AA23-B540-E63B-D0BB983CEF72}"/>
          </ac:picMkLst>
        </pc:picChg>
      </pc:sldChg>
      <pc:sldChg chg="addSp delSp modSp mod delAnim">
        <pc:chgData name="Richard Anthony Sutherland" userId="ac5cc543-cb8c-4579-96a2-573d0093f677" providerId="ADAL" clId="{F0BD46CD-BF70-4461-A7D4-0C8FE74824A0}" dt="2026-04-14T00:30:43.440" v="4134" actId="20577"/>
        <pc:sldMkLst>
          <pc:docMk/>
          <pc:sldMk cId="1545539236" sldId="4251"/>
        </pc:sldMkLst>
        <pc:spChg chg="add del mod">
          <ac:chgData name="Richard Anthony Sutherland" userId="ac5cc543-cb8c-4579-96a2-573d0093f677" providerId="ADAL" clId="{F0BD46CD-BF70-4461-A7D4-0C8FE74824A0}" dt="2026-04-14T00:30:43.440" v="4134" actId="20577"/>
          <ac:spMkLst>
            <pc:docMk/>
            <pc:sldMk cId="1545539236" sldId="4251"/>
            <ac:spMk id="8" creationId="{92D48F8A-70D2-AF3E-EEA4-8059170D462B}"/>
          </ac:spMkLst>
        </pc:spChg>
        <pc:graphicFrameChg chg="add mod">
          <ac:chgData name="Richard Anthony Sutherland" userId="ac5cc543-cb8c-4579-96a2-573d0093f677" providerId="ADAL" clId="{F0BD46CD-BF70-4461-A7D4-0C8FE74824A0}" dt="2026-04-14T00:28:12.401" v="4074"/>
          <ac:graphicFrameMkLst>
            <pc:docMk/>
            <pc:sldMk cId="1545539236" sldId="4251"/>
            <ac:graphicFrameMk id="4" creationId="{B910C318-7ED2-250E-531E-D033F19B3C3E}"/>
          </ac:graphicFrameMkLst>
        </pc:graphicFrameChg>
      </pc:sldChg>
      <pc:sldChg chg="addSp delSp modSp del mod modAnim modNotesTx">
        <pc:chgData name="Richard Anthony Sutherland" userId="ac5cc543-cb8c-4579-96a2-573d0093f677" providerId="ADAL" clId="{F0BD46CD-BF70-4461-A7D4-0C8FE74824A0}" dt="2026-04-13T20:47:38.479" v="3813" actId="47"/>
        <pc:sldMkLst>
          <pc:docMk/>
          <pc:sldMk cId="2578641979" sldId="4343"/>
        </pc:sldMkLst>
      </pc:sldChg>
      <pc:sldChg chg="modSp del">
        <pc:chgData name="Richard Anthony Sutherland" userId="ac5cc543-cb8c-4579-96a2-573d0093f677" providerId="ADAL" clId="{F0BD46CD-BF70-4461-A7D4-0C8FE74824A0}" dt="2026-04-13T20:47:37.759" v="3812" actId="47"/>
        <pc:sldMkLst>
          <pc:docMk/>
          <pc:sldMk cId="369293085" sldId="4344"/>
        </pc:sldMkLst>
      </pc:sldChg>
      <pc:sldChg chg="modSp mod ord">
        <pc:chgData name="Richard Anthony Sutherland" userId="ac5cc543-cb8c-4579-96a2-573d0093f677" providerId="ADAL" clId="{F0BD46CD-BF70-4461-A7D4-0C8FE74824A0}" dt="2026-04-12T20:00:24.312" v="1744" actId="20577"/>
        <pc:sldMkLst>
          <pc:docMk/>
          <pc:sldMk cId="2413774602" sldId="4345"/>
        </pc:sldMkLst>
        <pc:spChg chg="mod">
          <ac:chgData name="Richard Anthony Sutherland" userId="ac5cc543-cb8c-4579-96a2-573d0093f677" providerId="ADAL" clId="{F0BD46CD-BF70-4461-A7D4-0C8FE74824A0}" dt="2026-04-12T20:00:24.312" v="1744" actId="20577"/>
          <ac:spMkLst>
            <pc:docMk/>
            <pc:sldMk cId="2413774602" sldId="4345"/>
            <ac:spMk id="6" creationId="{C10188E5-3247-6DB1-9CFB-CE3C32E62060}"/>
          </ac:spMkLst>
        </pc:spChg>
      </pc:sldChg>
      <pc:sldChg chg="modSp mod ord">
        <pc:chgData name="Richard Anthony Sutherland" userId="ac5cc543-cb8c-4579-96a2-573d0093f677" providerId="ADAL" clId="{F0BD46CD-BF70-4461-A7D4-0C8FE74824A0}" dt="2026-04-12T20:40:26.245" v="2049" actId="20577"/>
        <pc:sldMkLst>
          <pc:docMk/>
          <pc:sldMk cId="2865870013" sldId="4346"/>
        </pc:sldMkLst>
        <pc:spChg chg="mod">
          <ac:chgData name="Richard Anthony Sutherland" userId="ac5cc543-cb8c-4579-96a2-573d0093f677" providerId="ADAL" clId="{F0BD46CD-BF70-4461-A7D4-0C8FE74824A0}" dt="2026-04-12T20:40:26.245" v="2049" actId="20577"/>
          <ac:spMkLst>
            <pc:docMk/>
            <pc:sldMk cId="2865870013" sldId="4346"/>
            <ac:spMk id="6" creationId="{91E20317-CFF6-486D-CDE4-EB7B3E3907D4}"/>
          </ac:spMkLst>
        </pc:spChg>
      </pc:sldChg>
      <pc:sldChg chg="add del ord">
        <pc:chgData name="Richard Anthony Sutherland" userId="ac5cc543-cb8c-4579-96a2-573d0093f677" providerId="ADAL" clId="{F0BD46CD-BF70-4461-A7D4-0C8FE74824A0}" dt="2026-04-14T14:08:10.335" v="5317" actId="47"/>
        <pc:sldMkLst>
          <pc:docMk/>
          <pc:sldMk cId="671965229" sldId="4348"/>
        </pc:sldMkLst>
      </pc:sldChg>
      <pc:sldChg chg="modSp del mod">
        <pc:chgData name="Richard Anthony Sutherland" userId="ac5cc543-cb8c-4579-96a2-573d0093f677" providerId="ADAL" clId="{F0BD46CD-BF70-4461-A7D4-0C8FE74824A0}" dt="2026-04-13T20:43:51.974" v="3784" actId="47"/>
        <pc:sldMkLst>
          <pc:docMk/>
          <pc:sldMk cId="671150381" sldId="4351"/>
        </pc:sldMkLst>
      </pc:sldChg>
      <pc:sldChg chg="modSp del mod">
        <pc:chgData name="Richard Anthony Sutherland" userId="ac5cc543-cb8c-4579-96a2-573d0093f677" providerId="ADAL" clId="{F0BD46CD-BF70-4461-A7D4-0C8FE74824A0}" dt="2026-04-13T20:38:48.443" v="3777" actId="47"/>
        <pc:sldMkLst>
          <pc:docMk/>
          <pc:sldMk cId="2981139471" sldId="4359"/>
        </pc:sldMkLst>
      </pc:sldChg>
      <pc:sldChg chg="addSp modSp del mod modAnim">
        <pc:chgData name="Richard Anthony Sutherland" userId="ac5cc543-cb8c-4579-96a2-573d0093f677" providerId="ADAL" clId="{F0BD46CD-BF70-4461-A7D4-0C8FE74824A0}" dt="2026-04-13T20:43:49.007" v="3781" actId="47"/>
        <pc:sldMkLst>
          <pc:docMk/>
          <pc:sldMk cId="3653663591" sldId="4361"/>
        </pc:sldMkLst>
      </pc:sldChg>
      <pc:sldChg chg="addSp delSp modSp del mod ord modNotesTx">
        <pc:chgData name="Richard Anthony Sutherland" userId="ac5cc543-cb8c-4579-96a2-573d0093f677" providerId="ADAL" clId="{F0BD46CD-BF70-4461-A7D4-0C8FE74824A0}" dt="2026-04-13T20:43:50.049" v="3782" actId="47"/>
        <pc:sldMkLst>
          <pc:docMk/>
          <pc:sldMk cId="3706921024" sldId="4362"/>
        </pc:sldMkLst>
        <pc:spChg chg="add del mod">
          <ac:chgData name="Richard Anthony Sutherland" userId="ac5cc543-cb8c-4579-96a2-573d0093f677" providerId="ADAL" clId="{F0BD46CD-BF70-4461-A7D4-0C8FE74824A0}" dt="2026-04-13T07:33:51.846" v="3612" actId="478"/>
          <ac:spMkLst>
            <pc:docMk/>
            <pc:sldMk cId="3706921024" sldId="4362"/>
            <ac:spMk id="5" creationId="{886DC88E-89B5-7737-D81D-F256DBBFD1E9}"/>
          </ac:spMkLst>
        </pc:spChg>
        <pc:spChg chg="add mod">
          <ac:chgData name="Richard Anthony Sutherland" userId="ac5cc543-cb8c-4579-96a2-573d0093f677" providerId="ADAL" clId="{F0BD46CD-BF70-4461-A7D4-0C8FE74824A0}" dt="2026-04-13T07:33:50.934" v="3610" actId="1035"/>
          <ac:spMkLst>
            <pc:docMk/>
            <pc:sldMk cId="3706921024" sldId="4362"/>
            <ac:spMk id="7" creationId="{57725B78-971F-BA9C-90D9-69C2C46881B2}"/>
          </ac:spMkLst>
        </pc:spChg>
        <pc:spChg chg="add del mod">
          <ac:chgData name="Richard Anthony Sutherland" userId="ac5cc543-cb8c-4579-96a2-573d0093f677" providerId="ADAL" clId="{F0BD46CD-BF70-4461-A7D4-0C8FE74824A0}" dt="2026-04-13T07:34:07.610" v="3614" actId="6549"/>
          <ac:spMkLst>
            <pc:docMk/>
            <pc:sldMk cId="3706921024" sldId="4362"/>
            <ac:spMk id="8" creationId="{55BBF857-2494-366B-5473-40E6C51533C7}"/>
          </ac:spMkLst>
        </pc:spChg>
        <pc:spChg chg="add del mod">
          <ac:chgData name="Richard Anthony Sutherland" userId="ac5cc543-cb8c-4579-96a2-573d0093f677" providerId="ADAL" clId="{F0BD46CD-BF70-4461-A7D4-0C8FE74824A0}" dt="2026-04-13T07:33:50.934" v="3610" actId="1035"/>
          <ac:spMkLst>
            <pc:docMk/>
            <pc:sldMk cId="3706921024" sldId="4362"/>
            <ac:spMk id="9" creationId="{93E03D6E-42C6-C906-58C3-C6C71A96D1E3}"/>
          </ac:spMkLst>
        </pc:spChg>
      </pc:sldChg>
      <pc:sldChg chg="modSp del mod">
        <pc:chgData name="Richard Anthony Sutherland" userId="ac5cc543-cb8c-4579-96a2-573d0093f677" providerId="ADAL" clId="{F0BD46CD-BF70-4461-A7D4-0C8FE74824A0}" dt="2026-04-13T20:43:50.847" v="3783" actId="47"/>
        <pc:sldMkLst>
          <pc:docMk/>
          <pc:sldMk cId="3961319963" sldId="4363"/>
        </pc:sldMkLst>
      </pc:sldChg>
      <pc:sldChg chg="modSp del mod">
        <pc:chgData name="Richard Anthony Sutherland" userId="ac5cc543-cb8c-4579-96a2-573d0093f677" providerId="ADAL" clId="{F0BD46CD-BF70-4461-A7D4-0C8FE74824A0}" dt="2026-04-13T20:43:53.015" v="3785" actId="47"/>
        <pc:sldMkLst>
          <pc:docMk/>
          <pc:sldMk cId="3739212857" sldId="4365"/>
        </pc:sldMkLst>
      </pc:sldChg>
      <pc:sldChg chg="modSp del mod">
        <pc:chgData name="Richard Anthony Sutherland" userId="ac5cc543-cb8c-4579-96a2-573d0093f677" providerId="ADAL" clId="{F0BD46CD-BF70-4461-A7D4-0C8FE74824A0}" dt="2026-04-13T20:43:55.713" v="3787" actId="47"/>
        <pc:sldMkLst>
          <pc:docMk/>
          <pc:sldMk cId="2032081779" sldId="4367"/>
        </pc:sldMkLst>
      </pc:sldChg>
      <pc:sldChg chg="addSp delSp modSp add del mod delAnim modAnim modNotesTx">
        <pc:chgData name="Richard Anthony Sutherland" userId="ac5cc543-cb8c-4579-96a2-573d0093f677" providerId="ADAL" clId="{F0BD46CD-BF70-4461-A7D4-0C8FE74824A0}" dt="2026-04-13T20:45:57.115" v="3801" actId="47"/>
        <pc:sldMkLst>
          <pc:docMk/>
          <pc:sldMk cId="591816012" sldId="4368"/>
        </pc:sldMkLst>
      </pc:sldChg>
      <pc:sldChg chg="del modNotesTx">
        <pc:chgData name="Richard Anthony Sutherland" userId="ac5cc543-cb8c-4579-96a2-573d0093f677" providerId="ADAL" clId="{F0BD46CD-BF70-4461-A7D4-0C8FE74824A0}" dt="2026-04-13T20:47:41.258" v="3816" actId="47"/>
        <pc:sldMkLst>
          <pc:docMk/>
          <pc:sldMk cId="730922854" sldId="4369"/>
        </pc:sldMkLst>
      </pc:sldChg>
      <pc:sldChg chg="addSp delSp modSp del mod ord">
        <pc:chgData name="Richard Anthony Sutherland" userId="ac5cc543-cb8c-4579-96a2-573d0093f677" providerId="ADAL" clId="{F0BD46CD-BF70-4461-A7D4-0C8FE74824A0}" dt="2026-04-13T20:47:40.334" v="3815" actId="47"/>
        <pc:sldMkLst>
          <pc:docMk/>
          <pc:sldMk cId="3905902855" sldId="4370"/>
        </pc:sldMkLst>
      </pc:sldChg>
      <pc:sldChg chg="modSp add del mod">
        <pc:chgData name="Richard Anthony Sutherland" userId="ac5cc543-cb8c-4579-96a2-573d0093f677" providerId="ADAL" clId="{F0BD46CD-BF70-4461-A7D4-0C8FE74824A0}" dt="2026-04-14T05:17:37.583" v="4500" actId="20577"/>
        <pc:sldMkLst>
          <pc:docMk/>
          <pc:sldMk cId="2342297311" sldId="4371"/>
        </pc:sldMkLst>
        <pc:spChg chg="mod">
          <ac:chgData name="Richard Anthony Sutherland" userId="ac5cc543-cb8c-4579-96a2-573d0093f677" providerId="ADAL" clId="{F0BD46CD-BF70-4461-A7D4-0C8FE74824A0}" dt="2026-04-14T01:00:34.067" v="4351" actId="20577"/>
          <ac:spMkLst>
            <pc:docMk/>
            <pc:sldMk cId="2342297311" sldId="4371"/>
            <ac:spMk id="3" creationId="{9DA22456-CF92-FFAD-312F-284DD197E309}"/>
          </ac:spMkLst>
        </pc:spChg>
        <pc:spChg chg="mod">
          <ac:chgData name="Richard Anthony Sutherland" userId="ac5cc543-cb8c-4579-96a2-573d0093f677" providerId="ADAL" clId="{F0BD46CD-BF70-4461-A7D4-0C8FE74824A0}" dt="2026-04-14T05:17:37.583" v="4500" actId="20577"/>
          <ac:spMkLst>
            <pc:docMk/>
            <pc:sldMk cId="2342297311" sldId="4371"/>
            <ac:spMk id="8" creationId="{1CA9D24C-AEBC-1EB9-9C16-5E5A58B1E78A}"/>
          </ac:spMkLst>
        </pc:spChg>
      </pc:sldChg>
      <pc:sldChg chg="modSp add del">
        <pc:chgData name="Richard Anthony Sutherland" userId="ac5cc543-cb8c-4579-96a2-573d0093f677" providerId="ADAL" clId="{F0BD46CD-BF70-4461-A7D4-0C8FE74824A0}" dt="2026-04-13T20:47:42.074" v="3817" actId="47"/>
        <pc:sldMkLst>
          <pc:docMk/>
          <pc:sldMk cId="3692250791" sldId="4373"/>
        </pc:sldMkLst>
      </pc:sldChg>
      <pc:sldChg chg="addSp delSp modSp add mod">
        <pc:chgData name="Richard Anthony Sutherland" userId="ac5cc543-cb8c-4579-96a2-573d0093f677" providerId="ADAL" clId="{F0BD46CD-BF70-4461-A7D4-0C8FE74824A0}" dt="2026-04-13T20:32:47.807" v="3774" actId="478"/>
        <pc:sldMkLst>
          <pc:docMk/>
          <pc:sldMk cId="3210361012" sldId="4377"/>
        </pc:sldMkLst>
        <pc:spChg chg="add del mod">
          <ac:chgData name="Richard Anthony Sutherland" userId="ac5cc543-cb8c-4579-96a2-573d0093f677" providerId="ADAL" clId="{F0BD46CD-BF70-4461-A7D4-0C8FE74824A0}" dt="2026-04-13T20:32:43.390" v="3773" actId="478"/>
          <ac:spMkLst>
            <pc:docMk/>
            <pc:sldMk cId="3210361012" sldId="4377"/>
            <ac:spMk id="2" creationId="{E25A775C-016C-66B1-D248-E61A8317F3D0}"/>
          </ac:spMkLst>
        </pc:spChg>
        <pc:spChg chg="add del mod">
          <ac:chgData name="Richard Anthony Sutherland" userId="ac5cc543-cb8c-4579-96a2-573d0093f677" providerId="ADAL" clId="{F0BD46CD-BF70-4461-A7D4-0C8FE74824A0}" dt="2026-04-13T20:32:47.807" v="3774" actId="478"/>
          <ac:spMkLst>
            <pc:docMk/>
            <pc:sldMk cId="3210361012" sldId="4377"/>
            <ac:spMk id="4" creationId="{5534632A-4B92-A8E0-DAB4-25AC568A260A}"/>
          </ac:spMkLst>
        </pc:spChg>
        <pc:spChg chg="mod">
          <ac:chgData name="Richard Anthony Sutherland" userId="ac5cc543-cb8c-4579-96a2-573d0093f677" providerId="ADAL" clId="{F0BD46CD-BF70-4461-A7D4-0C8FE74824A0}" dt="2026-04-13T20:32:33.067" v="3772" actId="20577"/>
          <ac:spMkLst>
            <pc:docMk/>
            <pc:sldMk cId="3210361012" sldId="4377"/>
            <ac:spMk id="8" creationId="{A1E9C07A-5DF3-1E1B-EEC9-79CF844799EC}"/>
          </ac:spMkLst>
        </pc:spChg>
      </pc:sldChg>
      <pc:sldChg chg="modSp add mod">
        <pc:chgData name="Richard Anthony Sutherland" userId="ac5cc543-cb8c-4579-96a2-573d0093f677" providerId="ADAL" clId="{F0BD46CD-BF70-4461-A7D4-0C8FE74824A0}" dt="2026-04-14T00:37:39.038" v="4171" actId="6549"/>
        <pc:sldMkLst>
          <pc:docMk/>
          <pc:sldMk cId="2073938897" sldId="4379"/>
        </pc:sldMkLst>
        <pc:spChg chg="mod">
          <ac:chgData name="Richard Anthony Sutherland" userId="ac5cc543-cb8c-4579-96a2-573d0093f677" providerId="ADAL" clId="{F0BD46CD-BF70-4461-A7D4-0C8FE74824A0}" dt="2026-04-14T00:37:39.038" v="4171" actId="6549"/>
          <ac:spMkLst>
            <pc:docMk/>
            <pc:sldMk cId="2073938897" sldId="4379"/>
            <ac:spMk id="2" creationId="{332E161C-F158-CC83-D526-7B9624AFD86D}"/>
          </ac:spMkLst>
        </pc:spChg>
        <pc:spChg chg="mod">
          <ac:chgData name="Richard Anthony Sutherland" userId="ac5cc543-cb8c-4579-96a2-573d0093f677" providerId="ADAL" clId="{F0BD46CD-BF70-4461-A7D4-0C8FE74824A0}" dt="2026-04-13T20:40:01.069" v="3778"/>
          <ac:spMkLst>
            <pc:docMk/>
            <pc:sldMk cId="2073938897" sldId="4379"/>
            <ac:spMk id="8" creationId="{2AE529E6-E942-2E63-A199-CC58B4FE9D7F}"/>
          </ac:spMkLst>
        </pc:spChg>
        <pc:spChg chg="mod">
          <ac:chgData name="Richard Anthony Sutherland" userId="ac5cc543-cb8c-4579-96a2-573d0093f677" providerId="ADAL" clId="{F0BD46CD-BF70-4461-A7D4-0C8FE74824A0}" dt="2026-04-12T19:31:08.141" v="1594" actId="14100"/>
          <ac:spMkLst>
            <pc:docMk/>
            <pc:sldMk cId="2073938897" sldId="4379"/>
            <ac:spMk id="12" creationId="{220BBA2F-F057-0E7B-8C9E-F9DCCA18C1A7}"/>
          </ac:spMkLst>
        </pc:spChg>
      </pc:sldChg>
      <pc:sldChg chg="modSp add mod">
        <pc:chgData name="Richard Anthony Sutherland" userId="ac5cc543-cb8c-4579-96a2-573d0093f677" providerId="ADAL" clId="{F0BD46CD-BF70-4461-A7D4-0C8FE74824A0}" dt="2026-04-14T00:13:55.314" v="4003" actId="20577"/>
        <pc:sldMkLst>
          <pc:docMk/>
          <pc:sldMk cId="1567202012" sldId="4381"/>
        </pc:sldMkLst>
        <pc:spChg chg="mod">
          <ac:chgData name="Richard Anthony Sutherland" userId="ac5cc543-cb8c-4579-96a2-573d0093f677" providerId="ADAL" clId="{F0BD46CD-BF70-4461-A7D4-0C8FE74824A0}" dt="2026-04-14T00:13:55.314" v="4003" actId="20577"/>
          <ac:spMkLst>
            <pc:docMk/>
            <pc:sldMk cId="1567202012" sldId="4381"/>
            <ac:spMk id="9" creationId="{0F08FC82-E2F8-563D-49EE-6C47E67AA03B}"/>
          </ac:spMkLst>
        </pc:spChg>
      </pc:sldChg>
      <pc:sldChg chg="addSp modSp add mod modNotesTx">
        <pc:chgData name="Richard Anthony Sutherland" userId="ac5cc543-cb8c-4579-96a2-573d0093f677" providerId="ADAL" clId="{F0BD46CD-BF70-4461-A7D4-0C8FE74824A0}" dt="2026-04-14T00:25:27.377" v="4064" actId="6549"/>
        <pc:sldMkLst>
          <pc:docMk/>
          <pc:sldMk cId="3458672036" sldId="4383"/>
        </pc:sldMkLst>
        <pc:spChg chg="mod">
          <ac:chgData name="Richard Anthony Sutherland" userId="ac5cc543-cb8c-4579-96a2-573d0093f677" providerId="ADAL" clId="{F0BD46CD-BF70-4461-A7D4-0C8FE74824A0}" dt="2026-04-14T00:14:45.232" v="4013" actId="20577"/>
          <ac:spMkLst>
            <pc:docMk/>
            <pc:sldMk cId="3458672036" sldId="4383"/>
            <ac:spMk id="3" creationId="{51A39BBE-5A97-E0F8-C86B-382D330A3BC2}"/>
          </ac:spMkLst>
        </pc:spChg>
        <pc:spChg chg="mod">
          <ac:chgData name="Richard Anthony Sutherland" userId="ac5cc543-cb8c-4579-96a2-573d0093f677" providerId="ADAL" clId="{F0BD46CD-BF70-4461-A7D4-0C8FE74824A0}" dt="2026-04-14T00:24:57.838" v="4063" actId="113"/>
          <ac:spMkLst>
            <pc:docMk/>
            <pc:sldMk cId="3458672036" sldId="4383"/>
            <ac:spMk id="9" creationId="{CD91C6CE-4395-5EA4-D8C0-523D33124F63}"/>
          </ac:spMkLst>
        </pc:spChg>
        <pc:graphicFrameChg chg="add mod">
          <ac:chgData name="Richard Anthony Sutherland" userId="ac5cc543-cb8c-4579-96a2-573d0093f677" providerId="ADAL" clId="{F0BD46CD-BF70-4461-A7D4-0C8FE74824A0}" dt="2026-04-14T00:22:39.449" v="4037"/>
          <ac:graphicFrameMkLst>
            <pc:docMk/>
            <pc:sldMk cId="3458672036" sldId="4383"/>
            <ac:graphicFrameMk id="4" creationId="{A1C883D1-B79C-17E0-1314-69CDE3A97A25}"/>
          </ac:graphicFrameMkLst>
        </pc:graphicFrameChg>
      </pc:sldChg>
      <pc:sldChg chg="modSp add mod modNotesTx">
        <pc:chgData name="Richard Anthony Sutherland" userId="ac5cc543-cb8c-4579-96a2-573d0093f677" providerId="ADAL" clId="{F0BD46CD-BF70-4461-A7D4-0C8FE74824A0}" dt="2026-04-13T20:54:32.828" v="3857" actId="6549"/>
        <pc:sldMkLst>
          <pc:docMk/>
          <pc:sldMk cId="1879362450" sldId="4385"/>
        </pc:sldMkLst>
        <pc:spChg chg="mod">
          <ac:chgData name="Richard Anthony Sutherland" userId="ac5cc543-cb8c-4579-96a2-573d0093f677" providerId="ADAL" clId="{F0BD46CD-BF70-4461-A7D4-0C8FE74824A0}" dt="2026-04-13T20:54:27.126" v="3856"/>
          <ac:spMkLst>
            <pc:docMk/>
            <pc:sldMk cId="1879362450" sldId="4385"/>
            <ac:spMk id="5" creationId="{9B1109B6-904A-9F77-751C-E73CBE569AB3}"/>
          </ac:spMkLst>
        </pc:spChg>
        <pc:spChg chg="mod">
          <ac:chgData name="Richard Anthony Sutherland" userId="ac5cc543-cb8c-4579-96a2-573d0093f677" providerId="ADAL" clId="{F0BD46CD-BF70-4461-A7D4-0C8FE74824A0}" dt="2026-04-13T20:54:06.885" v="3855" actId="20577"/>
          <ac:spMkLst>
            <pc:docMk/>
            <pc:sldMk cId="1879362450" sldId="4385"/>
            <ac:spMk id="8" creationId="{2689711D-F21C-630D-848A-86C916A7F08E}"/>
          </ac:spMkLst>
        </pc:spChg>
      </pc:sldChg>
      <pc:sldChg chg="modSp add del mod ord">
        <pc:chgData name="Richard Anthony Sutherland" userId="ac5cc543-cb8c-4579-96a2-573d0093f677" providerId="ADAL" clId="{F0BD46CD-BF70-4461-A7D4-0C8FE74824A0}" dt="2026-04-13T20:57:08.055" v="3858" actId="47"/>
        <pc:sldMkLst>
          <pc:docMk/>
          <pc:sldMk cId="2862869136" sldId="4386"/>
        </pc:sldMkLst>
      </pc:sldChg>
      <pc:sldChg chg="add del ord modNotesTx">
        <pc:chgData name="Richard Anthony Sutherland" userId="ac5cc543-cb8c-4579-96a2-573d0093f677" providerId="ADAL" clId="{F0BD46CD-BF70-4461-A7D4-0C8FE74824A0}" dt="2026-04-13T20:57:08.864" v="3859" actId="47"/>
        <pc:sldMkLst>
          <pc:docMk/>
          <pc:sldMk cId="1031763873" sldId="4387"/>
        </pc:sldMkLst>
      </pc:sldChg>
      <pc:sldChg chg="addSp modSp add del mod">
        <pc:chgData name="Richard Anthony Sutherland" userId="ac5cc543-cb8c-4579-96a2-573d0093f677" providerId="ADAL" clId="{F0BD46CD-BF70-4461-A7D4-0C8FE74824A0}" dt="2026-04-13T20:57:11.086" v="3863" actId="47"/>
        <pc:sldMkLst>
          <pc:docMk/>
          <pc:sldMk cId="1447174963" sldId="4388"/>
        </pc:sldMkLst>
      </pc:sldChg>
      <pc:sldChg chg="modSp add del mod ord">
        <pc:chgData name="Richard Anthony Sutherland" userId="ac5cc543-cb8c-4579-96a2-573d0093f677" providerId="ADAL" clId="{F0BD46CD-BF70-4461-A7D4-0C8FE74824A0}" dt="2026-04-13T20:45:57.761" v="3802" actId="47"/>
        <pc:sldMkLst>
          <pc:docMk/>
          <pc:sldMk cId="99482879" sldId="4389"/>
        </pc:sldMkLst>
      </pc:sldChg>
      <pc:sldChg chg="add del ord">
        <pc:chgData name="Richard Anthony Sutherland" userId="ac5cc543-cb8c-4579-96a2-573d0093f677" providerId="ADAL" clId="{F0BD46CD-BF70-4461-A7D4-0C8FE74824A0}" dt="2026-04-13T20:57:09.440" v="3860" actId="47"/>
        <pc:sldMkLst>
          <pc:docMk/>
          <pc:sldMk cId="4232441356" sldId="4390"/>
        </pc:sldMkLst>
      </pc:sldChg>
      <pc:sldChg chg="add del ord">
        <pc:chgData name="Richard Anthony Sutherland" userId="ac5cc543-cb8c-4579-96a2-573d0093f677" providerId="ADAL" clId="{F0BD46CD-BF70-4461-A7D4-0C8FE74824A0}" dt="2026-04-13T20:57:10.007" v="3861" actId="47"/>
        <pc:sldMkLst>
          <pc:docMk/>
          <pc:sldMk cId="1619921436" sldId="4391"/>
        </pc:sldMkLst>
      </pc:sldChg>
      <pc:sldChg chg="add del ord">
        <pc:chgData name="Richard Anthony Sutherland" userId="ac5cc543-cb8c-4579-96a2-573d0093f677" providerId="ADAL" clId="{F0BD46CD-BF70-4461-A7D4-0C8FE74824A0}" dt="2026-04-13T20:57:10.524" v="3862" actId="47"/>
        <pc:sldMkLst>
          <pc:docMk/>
          <pc:sldMk cId="1202047066" sldId="4392"/>
        </pc:sldMkLst>
      </pc:sldChg>
      <pc:sldChg chg="modSp add mod">
        <pc:chgData name="Richard Anthony Sutherland" userId="ac5cc543-cb8c-4579-96a2-573d0093f677" providerId="ADAL" clId="{F0BD46CD-BF70-4461-A7D4-0C8FE74824A0}" dt="2026-04-14T06:03:22.588" v="4937" actId="20577"/>
        <pc:sldMkLst>
          <pc:docMk/>
          <pc:sldMk cId="809899054" sldId="4393"/>
        </pc:sldMkLst>
        <pc:spChg chg="mod">
          <ac:chgData name="Richard Anthony Sutherland" userId="ac5cc543-cb8c-4579-96a2-573d0093f677" providerId="ADAL" clId="{F0BD46CD-BF70-4461-A7D4-0C8FE74824A0}" dt="2026-04-14T06:03:22.588" v="4937" actId="20577"/>
          <ac:spMkLst>
            <pc:docMk/>
            <pc:sldMk cId="809899054" sldId="4393"/>
            <ac:spMk id="9" creationId="{02287693-7762-1518-2362-80CBA33D3D83}"/>
          </ac:spMkLst>
        </pc:spChg>
      </pc:sldChg>
      <pc:sldChg chg="add del ord">
        <pc:chgData name="Richard Anthony Sutherland" userId="ac5cc543-cb8c-4579-96a2-573d0093f677" providerId="ADAL" clId="{F0BD46CD-BF70-4461-A7D4-0C8FE74824A0}" dt="2026-04-13T20:57:15.005" v="3864" actId="47"/>
        <pc:sldMkLst>
          <pc:docMk/>
          <pc:sldMk cId="1069697134" sldId="4393"/>
        </pc:sldMkLst>
      </pc:sldChg>
      <pc:sldChg chg="modSp add mod">
        <pc:chgData name="Richard Anthony Sutherland" userId="ac5cc543-cb8c-4579-96a2-573d0093f677" providerId="ADAL" clId="{F0BD46CD-BF70-4461-A7D4-0C8FE74824A0}" dt="2026-04-14T06:01:15.691" v="4923" actId="20577"/>
        <pc:sldMkLst>
          <pc:docMk/>
          <pc:sldMk cId="2892036443" sldId="4394"/>
        </pc:sldMkLst>
        <pc:spChg chg="mod">
          <ac:chgData name="Richard Anthony Sutherland" userId="ac5cc543-cb8c-4579-96a2-573d0093f677" providerId="ADAL" clId="{F0BD46CD-BF70-4461-A7D4-0C8FE74824A0}" dt="2026-04-14T06:01:15.691" v="4923" actId="20577"/>
          <ac:spMkLst>
            <pc:docMk/>
            <pc:sldMk cId="2892036443" sldId="4394"/>
            <ac:spMk id="9" creationId="{1B22C652-2227-1C70-CF0E-A023408BFD7A}"/>
          </ac:spMkLst>
        </pc:spChg>
      </pc:sldChg>
      <pc:sldChg chg="modSp add mod">
        <pc:chgData name="Richard Anthony Sutherland" userId="ac5cc543-cb8c-4579-96a2-573d0093f677" providerId="ADAL" clId="{F0BD46CD-BF70-4461-A7D4-0C8FE74824A0}" dt="2026-04-14T06:15:59.854" v="5007" actId="27636"/>
        <pc:sldMkLst>
          <pc:docMk/>
          <pc:sldMk cId="3915182894" sldId="4395"/>
        </pc:sldMkLst>
        <pc:spChg chg="mod">
          <ac:chgData name="Richard Anthony Sutherland" userId="ac5cc543-cb8c-4579-96a2-573d0093f677" providerId="ADAL" clId="{F0BD46CD-BF70-4461-A7D4-0C8FE74824A0}" dt="2026-04-14T06:01:49.378" v="4925" actId="20577"/>
          <ac:spMkLst>
            <pc:docMk/>
            <pc:sldMk cId="3915182894" sldId="4395"/>
            <ac:spMk id="3" creationId="{04DC951D-1A63-F5C0-4661-9DDCB73B6F88}"/>
          </ac:spMkLst>
        </pc:spChg>
        <pc:spChg chg="mod">
          <ac:chgData name="Richard Anthony Sutherland" userId="ac5cc543-cb8c-4579-96a2-573d0093f677" providerId="ADAL" clId="{F0BD46CD-BF70-4461-A7D4-0C8FE74824A0}" dt="2026-04-14T06:15:59.854" v="5007" actId="27636"/>
          <ac:spMkLst>
            <pc:docMk/>
            <pc:sldMk cId="3915182894" sldId="4395"/>
            <ac:spMk id="9" creationId="{1E862FE9-0268-06B3-F629-3D3A475974A3}"/>
          </ac:spMkLst>
        </pc:spChg>
      </pc:sldChg>
      <pc:sldChg chg="add">
        <pc:chgData name="Richard Anthony Sutherland" userId="ac5cc543-cb8c-4579-96a2-573d0093f677" providerId="ADAL" clId="{F0BD46CD-BF70-4461-A7D4-0C8FE74824A0}" dt="2026-04-13T20:52:44.046" v="3840"/>
        <pc:sldMkLst>
          <pc:docMk/>
          <pc:sldMk cId="1549565762" sldId="4397"/>
        </pc:sldMkLst>
      </pc:sldChg>
      <pc:sldChg chg="modSp add mod">
        <pc:chgData name="Richard Anthony Sutherland" userId="ac5cc543-cb8c-4579-96a2-573d0093f677" providerId="ADAL" clId="{F0BD46CD-BF70-4461-A7D4-0C8FE74824A0}" dt="2026-04-14T06:03:49.405" v="4966" actId="6549"/>
        <pc:sldMkLst>
          <pc:docMk/>
          <pc:sldMk cId="630598766" sldId="4399"/>
        </pc:sldMkLst>
        <pc:spChg chg="mod">
          <ac:chgData name="Richard Anthony Sutherland" userId="ac5cc543-cb8c-4579-96a2-573d0093f677" providerId="ADAL" clId="{F0BD46CD-BF70-4461-A7D4-0C8FE74824A0}" dt="2026-04-14T06:03:49.405" v="4966" actId="6549"/>
          <ac:spMkLst>
            <pc:docMk/>
            <pc:sldMk cId="630598766" sldId="4399"/>
            <ac:spMk id="9" creationId="{EF94A749-5A50-E2D8-CB65-E436C18E6DC3}"/>
          </ac:spMkLst>
        </pc:spChg>
      </pc:sldChg>
      <pc:sldChg chg="modSp add mod modNotesTx">
        <pc:chgData name="Richard Anthony Sutherland" userId="ac5cc543-cb8c-4579-96a2-573d0093f677" providerId="ADAL" clId="{F0BD46CD-BF70-4461-A7D4-0C8FE74824A0}" dt="2026-04-14T00:53:19.177" v="4291"/>
        <pc:sldMkLst>
          <pc:docMk/>
          <pc:sldMk cId="167693047" sldId="4402"/>
        </pc:sldMkLst>
        <pc:spChg chg="mod">
          <ac:chgData name="Richard Anthony Sutherland" userId="ac5cc543-cb8c-4579-96a2-573d0093f677" providerId="ADAL" clId="{F0BD46CD-BF70-4461-A7D4-0C8FE74824A0}" dt="2026-04-13T20:45:14.601" v="3799" actId="6549"/>
          <ac:spMkLst>
            <pc:docMk/>
            <pc:sldMk cId="167693047" sldId="4402"/>
            <ac:spMk id="2" creationId="{108FA501-9C94-D2C9-0EBD-FC4EEBB4D834}"/>
          </ac:spMkLst>
        </pc:spChg>
        <pc:spChg chg="mod">
          <ac:chgData name="Richard Anthony Sutherland" userId="ac5cc543-cb8c-4579-96a2-573d0093f677" providerId="ADAL" clId="{F0BD46CD-BF70-4461-A7D4-0C8FE74824A0}" dt="2026-04-14T00:53:19.177" v="4291"/>
          <ac:spMkLst>
            <pc:docMk/>
            <pc:sldMk cId="167693047" sldId="4402"/>
            <ac:spMk id="8" creationId="{63F9B845-AB38-F71F-BD2E-056BB5B484B6}"/>
          </ac:spMkLst>
        </pc:spChg>
      </pc:sldChg>
      <pc:sldChg chg="modSp add mod">
        <pc:chgData name="Richard Anthony Sutherland" userId="ac5cc543-cb8c-4579-96a2-573d0093f677" providerId="ADAL" clId="{F0BD46CD-BF70-4461-A7D4-0C8FE74824A0}" dt="2026-04-13T20:48:34.221" v="3823" actId="20577"/>
        <pc:sldMkLst>
          <pc:docMk/>
          <pc:sldMk cId="3998938478" sldId="4403"/>
        </pc:sldMkLst>
        <pc:spChg chg="mod">
          <ac:chgData name="Richard Anthony Sutherland" userId="ac5cc543-cb8c-4579-96a2-573d0093f677" providerId="ADAL" clId="{F0BD46CD-BF70-4461-A7D4-0C8FE74824A0}" dt="2026-04-13T20:47:09.122" v="3810"/>
          <ac:spMkLst>
            <pc:docMk/>
            <pc:sldMk cId="3998938478" sldId="4403"/>
            <ac:spMk id="2" creationId="{E4FCA3C9-8626-A1B2-3312-3A54EA33056F}"/>
          </ac:spMkLst>
        </pc:spChg>
        <pc:spChg chg="mod">
          <ac:chgData name="Richard Anthony Sutherland" userId="ac5cc543-cb8c-4579-96a2-573d0093f677" providerId="ADAL" clId="{F0BD46CD-BF70-4461-A7D4-0C8FE74824A0}" dt="2026-04-13T20:48:34.221" v="3823" actId="20577"/>
          <ac:spMkLst>
            <pc:docMk/>
            <pc:sldMk cId="3998938478" sldId="4403"/>
            <ac:spMk id="8" creationId="{F6B834E3-0A78-F8DB-65E8-F91F23578010}"/>
          </ac:spMkLst>
        </pc:spChg>
      </pc:sldChg>
      <pc:sldChg chg="modSp add mod">
        <pc:chgData name="Richard Anthony Sutherland" userId="ac5cc543-cb8c-4579-96a2-573d0093f677" providerId="ADAL" clId="{F0BD46CD-BF70-4461-A7D4-0C8FE74824A0}" dt="2026-04-13T20:53:10.574" v="3846" actId="20577"/>
        <pc:sldMkLst>
          <pc:docMk/>
          <pc:sldMk cId="3843490071" sldId="4404"/>
        </pc:sldMkLst>
        <pc:spChg chg="mod">
          <ac:chgData name="Richard Anthony Sutherland" userId="ac5cc543-cb8c-4579-96a2-573d0093f677" providerId="ADAL" clId="{F0BD46CD-BF70-4461-A7D4-0C8FE74824A0}" dt="2026-04-13T20:53:10.574" v="3846" actId="20577"/>
          <ac:spMkLst>
            <pc:docMk/>
            <pc:sldMk cId="3843490071" sldId="4404"/>
            <ac:spMk id="6" creationId="{80C837E3-145F-CF19-A3FA-9EB13678E389}"/>
          </ac:spMkLst>
        </pc:spChg>
      </pc:sldChg>
      <pc:sldChg chg="addSp delSp modSp add del mod delAnim modNotesTx">
        <pc:chgData name="Richard Anthony Sutherland" userId="ac5cc543-cb8c-4579-96a2-573d0093f677" providerId="ADAL" clId="{F0BD46CD-BF70-4461-A7D4-0C8FE74824A0}" dt="2026-04-13T20:45:58.350" v="3803" actId="47"/>
        <pc:sldMkLst>
          <pc:docMk/>
          <pc:sldMk cId="2389721741" sldId="4405"/>
        </pc:sldMkLst>
        <pc:spChg chg="mod">
          <ac:chgData name="Richard Anthony Sutherland" userId="ac5cc543-cb8c-4579-96a2-573d0093f677" providerId="ADAL" clId="{F0BD46CD-BF70-4461-A7D4-0C8FE74824A0}" dt="2026-04-13T07:34:58.379" v="3617" actId="20577"/>
          <ac:spMkLst>
            <pc:docMk/>
            <pc:sldMk cId="2389721741" sldId="4405"/>
            <ac:spMk id="3" creationId="{DFDC4A74-A183-7F74-983F-505B6825E653}"/>
          </ac:spMkLst>
        </pc:spChg>
      </pc:sldChg>
      <pc:sldChg chg="add">
        <pc:chgData name="Richard Anthony Sutherland" userId="ac5cc543-cb8c-4579-96a2-573d0093f677" providerId="ADAL" clId="{F0BD46CD-BF70-4461-A7D4-0C8FE74824A0}" dt="2026-04-13T20:52:44.046" v="3840"/>
        <pc:sldMkLst>
          <pc:docMk/>
          <pc:sldMk cId="1343333172" sldId="4406"/>
        </pc:sldMkLst>
      </pc:sldChg>
      <pc:sldChg chg="addSp delSp modSp add del mod delAnim modNotesTx">
        <pc:chgData name="Richard Anthony Sutherland" userId="ac5cc543-cb8c-4579-96a2-573d0093f677" providerId="ADAL" clId="{F0BD46CD-BF70-4461-A7D4-0C8FE74824A0}" dt="2026-04-13T20:45:59.087" v="3804" actId="47"/>
        <pc:sldMkLst>
          <pc:docMk/>
          <pc:sldMk cId="3729600729" sldId="4407"/>
        </pc:sldMkLst>
      </pc:sldChg>
      <pc:sldChg chg="add">
        <pc:chgData name="Richard Anthony Sutherland" userId="ac5cc543-cb8c-4579-96a2-573d0093f677" providerId="ADAL" clId="{F0BD46CD-BF70-4461-A7D4-0C8FE74824A0}" dt="2026-04-13T20:52:44.046" v="3840"/>
        <pc:sldMkLst>
          <pc:docMk/>
          <pc:sldMk cId="3910528601" sldId="4407"/>
        </pc:sldMkLst>
      </pc:sldChg>
      <pc:sldChg chg="addSp delSp modSp add del mod modAnim">
        <pc:chgData name="Richard Anthony Sutherland" userId="ac5cc543-cb8c-4579-96a2-573d0093f677" providerId="ADAL" clId="{F0BD46CD-BF70-4461-A7D4-0C8FE74824A0}" dt="2026-04-13T20:46:00.480" v="3805" actId="47"/>
        <pc:sldMkLst>
          <pc:docMk/>
          <pc:sldMk cId="1860727974" sldId="4408"/>
        </pc:sldMkLst>
      </pc:sldChg>
      <pc:sldChg chg="add">
        <pc:chgData name="Richard Anthony Sutherland" userId="ac5cc543-cb8c-4579-96a2-573d0093f677" providerId="ADAL" clId="{F0BD46CD-BF70-4461-A7D4-0C8FE74824A0}" dt="2026-04-13T20:52:44.046" v="3840"/>
        <pc:sldMkLst>
          <pc:docMk/>
          <pc:sldMk cId="2941859619" sldId="4408"/>
        </pc:sldMkLst>
      </pc:sldChg>
      <pc:sldChg chg="add del">
        <pc:chgData name="Richard Anthony Sutherland" userId="ac5cc543-cb8c-4579-96a2-573d0093f677" providerId="ADAL" clId="{F0BD46CD-BF70-4461-A7D4-0C8FE74824A0}" dt="2026-04-13T23:47:51.972" v="3868" actId="47"/>
        <pc:sldMkLst>
          <pc:docMk/>
          <pc:sldMk cId="672356046" sldId="4409"/>
        </pc:sldMkLst>
      </pc:sldChg>
      <pc:sldChg chg="addSp delSp modSp add del mod chgLayout modNotesTx">
        <pc:chgData name="Richard Anthony Sutherland" userId="ac5cc543-cb8c-4579-96a2-573d0093f677" providerId="ADAL" clId="{F0BD46CD-BF70-4461-A7D4-0C8FE74824A0}" dt="2026-04-13T20:46:01.074" v="3806" actId="47"/>
        <pc:sldMkLst>
          <pc:docMk/>
          <pc:sldMk cId="763705214" sldId="4409"/>
        </pc:sldMkLst>
      </pc:sldChg>
      <pc:sldChg chg="modSp add del mod ord">
        <pc:chgData name="Richard Anthony Sutherland" userId="ac5cc543-cb8c-4579-96a2-573d0093f677" providerId="ADAL" clId="{F0BD46CD-BF70-4461-A7D4-0C8FE74824A0}" dt="2026-04-13T20:46:01.831" v="3807" actId="47"/>
        <pc:sldMkLst>
          <pc:docMk/>
          <pc:sldMk cId="3672654934" sldId="4410"/>
        </pc:sldMkLst>
      </pc:sldChg>
      <pc:sldChg chg="addSp modSp add del mod modAnim">
        <pc:chgData name="Richard Anthony Sutherland" userId="ac5cc543-cb8c-4579-96a2-573d0093f677" providerId="ADAL" clId="{F0BD46CD-BF70-4461-A7D4-0C8FE74824A0}" dt="2026-04-13T20:47:39.079" v="3814" actId="47"/>
        <pc:sldMkLst>
          <pc:docMk/>
          <pc:sldMk cId="1895507791" sldId="4411"/>
        </pc:sldMkLst>
      </pc:sldChg>
      <pc:sldChg chg="addSp modSp add del mod modAnim">
        <pc:chgData name="Richard Anthony Sutherland" userId="ac5cc543-cb8c-4579-96a2-573d0093f677" providerId="ADAL" clId="{F0BD46CD-BF70-4461-A7D4-0C8FE74824A0}" dt="2026-04-13T20:47:43.371" v="3818" actId="47"/>
        <pc:sldMkLst>
          <pc:docMk/>
          <pc:sldMk cId="1609882341" sldId="4412"/>
        </pc:sldMkLst>
      </pc:sldChg>
      <pc:sldChg chg="add">
        <pc:chgData name="Richard Anthony Sutherland" userId="ac5cc543-cb8c-4579-96a2-573d0093f677" providerId="ADAL" clId="{F0BD46CD-BF70-4461-A7D4-0C8FE74824A0}" dt="2026-04-13T20:57:18.360" v="3865"/>
        <pc:sldMkLst>
          <pc:docMk/>
          <pc:sldMk cId="2357596904" sldId="4413"/>
        </pc:sldMkLst>
      </pc:sldChg>
      <pc:sldChg chg="modSp add del mod">
        <pc:chgData name="Richard Anthony Sutherland" userId="ac5cc543-cb8c-4579-96a2-573d0093f677" providerId="ADAL" clId="{F0BD46CD-BF70-4461-A7D4-0C8FE74824A0}" dt="2026-04-13T20:47:44.019" v="3819" actId="47"/>
        <pc:sldMkLst>
          <pc:docMk/>
          <pc:sldMk cId="3425088890" sldId="4413"/>
        </pc:sldMkLst>
      </pc:sldChg>
      <pc:sldChg chg="addSp delSp modSp add mod">
        <pc:chgData name="Richard Anthony Sutherland" userId="ac5cc543-cb8c-4579-96a2-573d0093f677" providerId="ADAL" clId="{F0BD46CD-BF70-4461-A7D4-0C8FE74824A0}" dt="2026-04-14T07:12:20.300" v="5168" actId="478"/>
        <pc:sldMkLst>
          <pc:docMk/>
          <pc:sldMk cId="1337179198" sldId="4414"/>
        </pc:sldMkLst>
        <pc:spChg chg="mod">
          <ac:chgData name="Richard Anthony Sutherland" userId="ac5cc543-cb8c-4579-96a2-573d0093f677" providerId="ADAL" clId="{F0BD46CD-BF70-4461-A7D4-0C8FE74824A0}" dt="2026-04-14T06:00:44.462" v="4916" actId="20577"/>
          <ac:spMkLst>
            <pc:docMk/>
            <pc:sldMk cId="1337179198" sldId="4414"/>
            <ac:spMk id="3" creationId="{F3CB7C29-32C4-E950-82EB-5211F5309598}"/>
          </ac:spMkLst>
        </pc:spChg>
        <pc:spChg chg="mod">
          <ac:chgData name="Richard Anthony Sutherland" userId="ac5cc543-cb8c-4579-96a2-573d0093f677" providerId="ADAL" clId="{F0BD46CD-BF70-4461-A7D4-0C8FE74824A0}" dt="2026-04-14T06:20:02.369" v="5066" actId="20577"/>
          <ac:spMkLst>
            <pc:docMk/>
            <pc:sldMk cId="1337179198" sldId="4414"/>
            <ac:spMk id="9" creationId="{800D91E6-820F-9108-52BA-8333FEDE66EA}"/>
          </ac:spMkLst>
        </pc:spChg>
        <pc:picChg chg="add del mod">
          <ac:chgData name="Richard Anthony Sutherland" userId="ac5cc543-cb8c-4579-96a2-573d0093f677" providerId="ADAL" clId="{F0BD46CD-BF70-4461-A7D4-0C8FE74824A0}" dt="2026-04-14T07:12:20.300" v="5168" actId="478"/>
          <ac:picMkLst>
            <pc:docMk/>
            <pc:sldMk cId="1337179198" sldId="4414"/>
            <ac:picMk id="5" creationId="{9E4DD780-AEB2-7489-9F9C-7E9E3C738E85}"/>
          </ac:picMkLst>
        </pc:picChg>
      </pc:sldChg>
      <pc:sldChg chg="addSp delSp modSp add del mod modTransition delAnim modAnim">
        <pc:chgData name="Richard Anthony Sutherland" userId="ac5cc543-cb8c-4579-96a2-573d0093f677" providerId="ADAL" clId="{F0BD46CD-BF70-4461-A7D4-0C8FE74824A0}" dt="2026-04-13T20:43:56.815" v="3789" actId="47"/>
        <pc:sldMkLst>
          <pc:docMk/>
          <pc:sldMk cId="2502838619" sldId="4414"/>
        </pc:sldMkLst>
        <pc:spChg chg="del">
          <ac:chgData name="Richard Anthony Sutherland" userId="ac5cc543-cb8c-4579-96a2-573d0093f677" providerId="ADAL" clId="{F0BD46CD-BF70-4461-A7D4-0C8FE74824A0}" dt="2026-04-13T07:49:00.388" v="3655" actId="478"/>
          <ac:spMkLst>
            <pc:docMk/>
            <pc:sldMk cId="2502838619" sldId="4414"/>
            <ac:spMk id="8" creationId="{E1C7C1FF-1AA1-68A2-3FDB-1C2467C0ADA5}"/>
          </ac:spMkLst>
        </pc:spChg>
        <pc:spChg chg="del">
          <ac:chgData name="Richard Anthony Sutherland" userId="ac5cc543-cb8c-4579-96a2-573d0093f677" providerId="ADAL" clId="{F0BD46CD-BF70-4461-A7D4-0C8FE74824A0}" dt="2026-04-13T07:49:06.776" v="3657" actId="478"/>
          <ac:spMkLst>
            <pc:docMk/>
            <pc:sldMk cId="2502838619" sldId="4414"/>
            <ac:spMk id="9" creationId="{282ECD2A-5ED3-0CA8-CB72-1EEAB43774F3}"/>
          </ac:spMkLst>
        </pc:spChg>
        <pc:spChg chg="add del">
          <ac:chgData name="Richard Anthony Sutherland" userId="ac5cc543-cb8c-4579-96a2-573d0093f677" providerId="ADAL" clId="{F0BD46CD-BF70-4461-A7D4-0C8FE74824A0}" dt="2026-04-13T07:49:09.379" v="3658" actId="478"/>
          <ac:spMkLst>
            <pc:docMk/>
            <pc:sldMk cId="2502838619" sldId="4414"/>
            <ac:spMk id="10" creationId="{862115BC-75F6-28FE-6B21-D24FBBA79AAF}"/>
          </ac:spMkLst>
        </pc:spChg>
        <pc:spChg chg="del">
          <ac:chgData name="Richard Anthony Sutherland" userId="ac5cc543-cb8c-4579-96a2-573d0093f677" providerId="ADAL" clId="{F0BD46CD-BF70-4461-A7D4-0C8FE74824A0}" dt="2026-04-13T07:48:06.708" v="3654" actId="478"/>
          <ac:spMkLst>
            <pc:docMk/>
            <pc:sldMk cId="2502838619" sldId="4414"/>
            <ac:spMk id="11" creationId="{32CF0DC7-A657-E664-5EAD-129597F4A173}"/>
          </ac:spMkLst>
        </pc:spChg>
        <pc:spChg chg="del">
          <ac:chgData name="Richard Anthony Sutherland" userId="ac5cc543-cb8c-4579-96a2-573d0093f677" providerId="ADAL" clId="{F0BD46CD-BF70-4461-A7D4-0C8FE74824A0}" dt="2026-04-13T07:49:01.945" v="3656" actId="478"/>
          <ac:spMkLst>
            <pc:docMk/>
            <pc:sldMk cId="2502838619" sldId="4414"/>
            <ac:spMk id="12" creationId="{F3F302E2-4893-C95F-6734-94F84DE87C78}"/>
          </ac:spMkLst>
        </pc:spChg>
        <pc:spChg chg="mod">
          <ac:chgData name="Richard Anthony Sutherland" userId="ac5cc543-cb8c-4579-96a2-573d0093f677" providerId="ADAL" clId="{F0BD46CD-BF70-4461-A7D4-0C8FE74824A0}" dt="2026-04-13T07:51:15.677" v="3745" actId="1038"/>
          <ac:spMkLst>
            <pc:docMk/>
            <pc:sldMk cId="2502838619" sldId="4414"/>
            <ac:spMk id="13" creationId="{EB43208B-B46D-CA62-44F9-C5BBB5B64324}"/>
          </ac:spMkLst>
        </pc:spChg>
        <pc:spChg chg="add del mod">
          <ac:chgData name="Richard Anthony Sutherland" userId="ac5cc543-cb8c-4579-96a2-573d0093f677" providerId="ADAL" clId="{F0BD46CD-BF70-4461-A7D4-0C8FE74824A0}" dt="2026-04-13T07:50:46.514" v="3690" actId="1076"/>
          <ac:spMkLst>
            <pc:docMk/>
            <pc:sldMk cId="2502838619" sldId="4414"/>
            <ac:spMk id="14" creationId="{4D77002E-A397-DB01-3981-98EC8BD0915A}"/>
          </ac:spMkLst>
        </pc:spChg>
        <pc:grpChg chg="add del">
          <ac:chgData name="Richard Anthony Sutherland" userId="ac5cc543-cb8c-4579-96a2-573d0093f677" providerId="ADAL" clId="{F0BD46CD-BF70-4461-A7D4-0C8FE74824A0}" dt="2026-04-13T07:49:11.686" v="3659" actId="478"/>
          <ac:grpSpMkLst>
            <pc:docMk/>
            <pc:sldMk cId="2502838619" sldId="4414"/>
            <ac:grpSpMk id="4" creationId="{4FB1A699-FA37-25B6-FD00-AD16BDEB57B7}"/>
          </ac:grpSpMkLst>
        </pc:grpChg>
        <pc:grpChg chg="del">
          <ac:chgData name="Richard Anthony Sutherland" userId="ac5cc543-cb8c-4579-96a2-573d0093f677" providerId="ADAL" clId="{F0BD46CD-BF70-4461-A7D4-0C8FE74824A0}" dt="2026-04-13T07:49:13.978" v="3660" actId="478"/>
          <ac:grpSpMkLst>
            <pc:docMk/>
            <pc:sldMk cId="2502838619" sldId="4414"/>
            <ac:grpSpMk id="5" creationId="{1EAF1F3C-3366-48E1-F920-11799D310F2E}"/>
          </ac:grpSpMkLst>
        </pc:grpChg>
        <pc:picChg chg="mod">
          <ac:chgData name="Richard Anthony Sutherland" userId="ac5cc543-cb8c-4579-96a2-573d0093f677" providerId="ADAL" clId="{F0BD46CD-BF70-4461-A7D4-0C8FE74824A0}" dt="2026-04-13T07:51:01.720" v="3720" actId="1038"/>
          <ac:picMkLst>
            <pc:docMk/>
            <pc:sldMk cId="2502838619" sldId="4414"/>
            <ac:picMk id="15" creationId="{B9874D1B-262D-11C6-2BC4-0E97F3BDA01B}"/>
          </ac:picMkLst>
        </pc:picChg>
        <pc:picChg chg="add del">
          <ac:chgData name="Richard Anthony Sutherland" userId="ac5cc543-cb8c-4579-96a2-573d0093f677" providerId="ADAL" clId="{F0BD46CD-BF70-4461-A7D4-0C8FE74824A0}" dt="2026-04-13T07:49:06.776" v="3657" actId="478"/>
          <ac:picMkLst>
            <pc:docMk/>
            <pc:sldMk cId="2502838619" sldId="4414"/>
            <ac:picMk id="19" creationId="{F42F1999-5072-629C-789C-FBF64D9F3442}"/>
          </ac:picMkLst>
        </pc:picChg>
        <pc:picChg chg="mod">
          <ac:chgData name="Richard Anthony Sutherland" userId="ac5cc543-cb8c-4579-96a2-573d0093f677" providerId="ADAL" clId="{F0BD46CD-BF70-4461-A7D4-0C8FE74824A0}" dt="2026-04-13T07:51:09.701" v="3724" actId="1076"/>
          <ac:picMkLst>
            <pc:docMk/>
            <pc:sldMk cId="2502838619" sldId="4414"/>
            <ac:picMk id="20" creationId="{642D2333-B1CE-17AF-C8BE-C9C9E49E0919}"/>
          </ac:picMkLst>
        </pc:picChg>
        <pc:picChg chg="add del">
          <ac:chgData name="Richard Anthony Sutherland" userId="ac5cc543-cb8c-4579-96a2-573d0093f677" providerId="ADAL" clId="{F0BD46CD-BF70-4461-A7D4-0C8FE74824A0}" dt="2026-04-13T07:49:06.776" v="3657" actId="478"/>
          <ac:picMkLst>
            <pc:docMk/>
            <pc:sldMk cId="2502838619" sldId="4414"/>
            <ac:picMk id="25" creationId="{9C145024-0B4D-D33A-4B90-2B4897F73C5F}"/>
          </ac:picMkLst>
        </pc:picChg>
        <pc:picChg chg="add del">
          <ac:chgData name="Richard Anthony Sutherland" userId="ac5cc543-cb8c-4579-96a2-573d0093f677" providerId="ADAL" clId="{F0BD46CD-BF70-4461-A7D4-0C8FE74824A0}" dt="2026-04-13T07:49:06.776" v="3657" actId="478"/>
          <ac:picMkLst>
            <pc:docMk/>
            <pc:sldMk cId="2502838619" sldId="4414"/>
            <ac:picMk id="29" creationId="{3CEA3AA3-84EB-6AEF-02A0-AFA2AED69455}"/>
          </ac:picMkLst>
        </pc:picChg>
        <pc:picChg chg="add del">
          <ac:chgData name="Richard Anthony Sutherland" userId="ac5cc543-cb8c-4579-96a2-573d0093f677" providerId="ADAL" clId="{F0BD46CD-BF70-4461-A7D4-0C8FE74824A0}" dt="2026-04-13T07:49:06.776" v="3657" actId="478"/>
          <ac:picMkLst>
            <pc:docMk/>
            <pc:sldMk cId="2502838619" sldId="4414"/>
            <ac:picMk id="1026" creationId="{5A933A6E-6355-D234-40B9-A76799D224FF}"/>
          </ac:picMkLst>
        </pc:picChg>
      </pc:sldChg>
      <pc:sldChg chg="modSp add mod modNotesTx">
        <pc:chgData name="Richard Anthony Sutherland" userId="ac5cc543-cb8c-4579-96a2-573d0093f677" providerId="ADAL" clId="{F0BD46CD-BF70-4461-A7D4-0C8FE74824A0}" dt="2026-04-13T20:50:14.238" v="3832" actId="6549"/>
        <pc:sldMkLst>
          <pc:docMk/>
          <pc:sldMk cId="1504584134" sldId="4415"/>
        </pc:sldMkLst>
        <pc:spChg chg="mod">
          <ac:chgData name="Richard Anthony Sutherland" userId="ac5cc543-cb8c-4579-96a2-573d0093f677" providerId="ADAL" clId="{F0BD46CD-BF70-4461-A7D4-0C8FE74824A0}" dt="2026-04-13T20:50:10.282" v="3831"/>
          <ac:spMkLst>
            <pc:docMk/>
            <pc:sldMk cId="1504584134" sldId="4415"/>
            <ac:spMk id="5" creationId="{9E306601-F803-B7F2-B179-94EE5061DFA7}"/>
          </ac:spMkLst>
        </pc:spChg>
        <pc:spChg chg="mod">
          <ac:chgData name="Richard Anthony Sutherland" userId="ac5cc543-cb8c-4579-96a2-573d0093f677" providerId="ADAL" clId="{F0BD46CD-BF70-4461-A7D4-0C8FE74824A0}" dt="2026-04-13T20:49:58.146" v="3830" actId="20577"/>
          <ac:spMkLst>
            <pc:docMk/>
            <pc:sldMk cId="1504584134" sldId="4415"/>
            <ac:spMk id="8" creationId="{3E8CE9E7-FFD5-6D54-6642-94F973EE7CEC}"/>
          </ac:spMkLst>
        </pc:spChg>
      </pc:sldChg>
      <pc:sldChg chg="add del">
        <pc:chgData name="Richard Anthony Sutherland" userId="ac5cc543-cb8c-4579-96a2-573d0093f677" providerId="ADAL" clId="{F0BD46CD-BF70-4461-A7D4-0C8FE74824A0}" dt="2026-04-13T20:50:18.096" v="3833" actId="47"/>
        <pc:sldMkLst>
          <pc:docMk/>
          <pc:sldMk cId="1645919058" sldId="4416"/>
        </pc:sldMkLst>
      </pc:sldChg>
      <pc:sldChg chg="add">
        <pc:chgData name="Richard Anthony Sutherland" userId="ac5cc543-cb8c-4579-96a2-573d0093f677" providerId="ADAL" clId="{F0BD46CD-BF70-4461-A7D4-0C8FE74824A0}" dt="2026-04-13T20:52:44.046" v="3840"/>
        <pc:sldMkLst>
          <pc:docMk/>
          <pc:sldMk cId="3420935371" sldId="4416"/>
        </pc:sldMkLst>
      </pc:sldChg>
      <pc:sldChg chg="add">
        <pc:chgData name="Richard Anthony Sutherland" userId="ac5cc543-cb8c-4579-96a2-573d0093f677" providerId="ADAL" clId="{F0BD46CD-BF70-4461-A7D4-0C8FE74824A0}" dt="2026-04-13T20:52:44.046" v="3840"/>
        <pc:sldMkLst>
          <pc:docMk/>
          <pc:sldMk cId="509601812" sldId="4417"/>
        </pc:sldMkLst>
      </pc:sldChg>
      <pc:sldChg chg="add del">
        <pc:chgData name="Richard Anthony Sutherland" userId="ac5cc543-cb8c-4579-96a2-573d0093f677" providerId="ADAL" clId="{F0BD46CD-BF70-4461-A7D4-0C8FE74824A0}" dt="2026-04-13T20:50:18.763" v="3834" actId="47"/>
        <pc:sldMkLst>
          <pc:docMk/>
          <pc:sldMk cId="772026805" sldId="4417"/>
        </pc:sldMkLst>
      </pc:sldChg>
      <pc:sldChg chg="add del">
        <pc:chgData name="Richard Anthony Sutherland" userId="ac5cc543-cb8c-4579-96a2-573d0093f677" providerId="ADAL" clId="{F0BD46CD-BF70-4461-A7D4-0C8FE74824A0}" dt="2026-04-13T20:50:18.897" v="3835" actId="47"/>
        <pc:sldMkLst>
          <pc:docMk/>
          <pc:sldMk cId="1476495247" sldId="4418"/>
        </pc:sldMkLst>
      </pc:sldChg>
      <pc:sldChg chg="add del">
        <pc:chgData name="Richard Anthony Sutherland" userId="ac5cc543-cb8c-4579-96a2-573d0093f677" providerId="ADAL" clId="{F0BD46CD-BF70-4461-A7D4-0C8FE74824A0}" dt="2026-04-13T23:47:54.225" v="3869" actId="47"/>
        <pc:sldMkLst>
          <pc:docMk/>
          <pc:sldMk cId="2516324496" sldId="4418"/>
        </pc:sldMkLst>
      </pc:sldChg>
      <pc:sldChg chg="add del">
        <pc:chgData name="Richard Anthony Sutherland" userId="ac5cc543-cb8c-4579-96a2-573d0093f677" providerId="ADAL" clId="{F0BD46CD-BF70-4461-A7D4-0C8FE74824A0}" dt="2026-04-13T23:47:56.152" v="3870" actId="47"/>
        <pc:sldMkLst>
          <pc:docMk/>
          <pc:sldMk cId="851870850" sldId="4419"/>
        </pc:sldMkLst>
      </pc:sldChg>
      <pc:sldChg chg="add del">
        <pc:chgData name="Richard Anthony Sutherland" userId="ac5cc543-cb8c-4579-96a2-573d0093f677" providerId="ADAL" clId="{F0BD46CD-BF70-4461-A7D4-0C8FE74824A0}" dt="2026-04-13T20:50:19.566" v="3836" actId="47"/>
        <pc:sldMkLst>
          <pc:docMk/>
          <pc:sldMk cId="1750537982" sldId="4419"/>
        </pc:sldMkLst>
      </pc:sldChg>
      <pc:sldChg chg="add del">
        <pc:chgData name="Richard Anthony Sutherland" userId="ac5cc543-cb8c-4579-96a2-573d0093f677" providerId="ADAL" clId="{F0BD46CD-BF70-4461-A7D4-0C8FE74824A0}" dt="2026-04-13T20:50:20.048" v="3837" actId="47"/>
        <pc:sldMkLst>
          <pc:docMk/>
          <pc:sldMk cId="196260721" sldId="4420"/>
        </pc:sldMkLst>
      </pc:sldChg>
      <pc:sldChg chg="add del">
        <pc:chgData name="Richard Anthony Sutherland" userId="ac5cc543-cb8c-4579-96a2-573d0093f677" providerId="ADAL" clId="{F0BD46CD-BF70-4461-A7D4-0C8FE74824A0}" dt="2026-04-14T06:04:14.078" v="4967" actId="47"/>
        <pc:sldMkLst>
          <pc:docMk/>
          <pc:sldMk cId="3987963850" sldId="4420"/>
        </pc:sldMkLst>
      </pc:sldChg>
      <pc:sldChg chg="add del">
        <pc:chgData name="Richard Anthony Sutherland" userId="ac5cc543-cb8c-4579-96a2-573d0093f677" providerId="ADAL" clId="{F0BD46CD-BF70-4461-A7D4-0C8FE74824A0}" dt="2026-04-13T20:57:33.334" v="3866" actId="2696"/>
        <pc:sldMkLst>
          <pc:docMk/>
          <pc:sldMk cId="69678407" sldId="4421"/>
        </pc:sldMkLst>
      </pc:sldChg>
      <pc:sldChg chg="add del">
        <pc:chgData name="Richard Anthony Sutherland" userId="ac5cc543-cb8c-4579-96a2-573d0093f677" providerId="ADAL" clId="{F0BD46CD-BF70-4461-A7D4-0C8FE74824A0}" dt="2026-04-13T20:50:20.933" v="3838" actId="47"/>
        <pc:sldMkLst>
          <pc:docMk/>
          <pc:sldMk cId="1040770341" sldId="4421"/>
        </pc:sldMkLst>
      </pc:sldChg>
      <pc:sldChg chg="add ord">
        <pc:chgData name="Richard Anthony Sutherland" userId="ac5cc543-cb8c-4579-96a2-573d0093f677" providerId="ADAL" clId="{F0BD46CD-BF70-4461-A7D4-0C8FE74824A0}" dt="2026-04-14T14:08:15.024" v="5319"/>
        <pc:sldMkLst>
          <pc:docMk/>
          <pc:sldMk cId="2685658867" sldId="4421"/>
        </pc:sldMkLst>
      </pc:sldChg>
      <pc:sldChg chg="add del">
        <pc:chgData name="Richard Anthony Sutherland" userId="ac5cc543-cb8c-4579-96a2-573d0093f677" providerId="ADAL" clId="{F0BD46CD-BF70-4461-A7D4-0C8FE74824A0}" dt="2026-04-13T20:50:21.915" v="3839" actId="47"/>
        <pc:sldMkLst>
          <pc:docMk/>
          <pc:sldMk cId="2198055818" sldId="4422"/>
        </pc:sldMkLst>
      </pc:sldChg>
      <pc:sldChg chg="add del">
        <pc:chgData name="Richard Anthony Sutherland" userId="ac5cc543-cb8c-4579-96a2-573d0093f677" providerId="ADAL" clId="{F0BD46CD-BF70-4461-A7D4-0C8FE74824A0}" dt="2026-04-13T20:57:33.334" v="3866" actId="2696"/>
        <pc:sldMkLst>
          <pc:docMk/>
          <pc:sldMk cId="3726082384" sldId="4422"/>
        </pc:sldMkLst>
      </pc:sldChg>
      <pc:sldChg chg="add del">
        <pc:chgData name="Richard Anthony Sutherland" userId="ac5cc543-cb8c-4579-96a2-573d0093f677" providerId="ADAL" clId="{F0BD46CD-BF70-4461-A7D4-0C8FE74824A0}" dt="2026-04-14T06:05:01.191" v="4972" actId="47"/>
        <pc:sldMkLst>
          <pc:docMk/>
          <pc:sldMk cId="4128632753" sldId="4422"/>
        </pc:sldMkLst>
      </pc:sldChg>
      <pc:sldChg chg="add del">
        <pc:chgData name="Richard Anthony Sutherland" userId="ac5cc543-cb8c-4579-96a2-573d0093f677" providerId="ADAL" clId="{F0BD46CD-BF70-4461-A7D4-0C8FE74824A0}" dt="2026-04-13T20:57:33.334" v="3866" actId="2696"/>
        <pc:sldMkLst>
          <pc:docMk/>
          <pc:sldMk cId="1441767375" sldId="4423"/>
        </pc:sldMkLst>
      </pc:sldChg>
      <pc:sldChg chg="add del">
        <pc:chgData name="Richard Anthony Sutherland" userId="ac5cc543-cb8c-4579-96a2-573d0093f677" providerId="ADAL" clId="{F0BD46CD-BF70-4461-A7D4-0C8FE74824A0}" dt="2026-04-14T06:05:20.455" v="4975" actId="47"/>
        <pc:sldMkLst>
          <pc:docMk/>
          <pc:sldMk cId="2687895471" sldId="4423"/>
        </pc:sldMkLst>
      </pc:sldChg>
      <pc:sldChg chg="add">
        <pc:chgData name="Richard Anthony Sutherland" userId="ac5cc543-cb8c-4579-96a2-573d0093f677" providerId="ADAL" clId="{F0BD46CD-BF70-4461-A7D4-0C8FE74824A0}" dt="2026-04-13T20:57:39.182" v="3867"/>
        <pc:sldMkLst>
          <pc:docMk/>
          <pc:sldMk cId="1090180784" sldId="4424"/>
        </pc:sldMkLst>
      </pc:sldChg>
      <pc:sldChg chg="add del">
        <pc:chgData name="Richard Anthony Sutherland" userId="ac5cc543-cb8c-4579-96a2-573d0093f677" providerId="ADAL" clId="{F0BD46CD-BF70-4461-A7D4-0C8FE74824A0}" dt="2026-04-13T20:57:33.334" v="3866" actId="2696"/>
        <pc:sldMkLst>
          <pc:docMk/>
          <pc:sldMk cId="2812638475" sldId="4424"/>
        </pc:sldMkLst>
      </pc:sldChg>
      <pc:sldChg chg="modSp add del mod">
        <pc:chgData name="Richard Anthony Sutherland" userId="ac5cc543-cb8c-4579-96a2-573d0093f677" providerId="ADAL" clId="{F0BD46CD-BF70-4461-A7D4-0C8FE74824A0}" dt="2026-04-14T05:21:20.113" v="4501" actId="47"/>
        <pc:sldMkLst>
          <pc:docMk/>
          <pc:sldMk cId="650676541" sldId="4425"/>
        </pc:sldMkLst>
        <pc:spChg chg="mod">
          <ac:chgData name="Richard Anthony Sutherland" userId="ac5cc543-cb8c-4579-96a2-573d0093f677" providerId="ADAL" clId="{F0BD46CD-BF70-4461-A7D4-0C8FE74824A0}" dt="2026-04-14T00:55:48.734" v="4312" actId="20577"/>
          <ac:spMkLst>
            <pc:docMk/>
            <pc:sldMk cId="650676541" sldId="4425"/>
            <ac:spMk id="3" creationId="{7CA2B1BA-A6C9-7DCB-7A0B-610F8B04D234}"/>
          </ac:spMkLst>
        </pc:spChg>
        <pc:spChg chg="mod">
          <ac:chgData name="Richard Anthony Sutherland" userId="ac5cc543-cb8c-4579-96a2-573d0093f677" providerId="ADAL" clId="{F0BD46CD-BF70-4461-A7D4-0C8FE74824A0}" dt="2026-04-14T05:04:55.698" v="4370" actId="20577"/>
          <ac:spMkLst>
            <pc:docMk/>
            <pc:sldMk cId="650676541" sldId="4425"/>
            <ac:spMk id="8" creationId="{1A9B6AB1-4E5E-FEEA-0C12-E6A8332089EB}"/>
          </ac:spMkLst>
        </pc:spChg>
      </pc:sldChg>
      <pc:sldChg chg="modSp add mod">
        <pc:chgData name="Richard Anthony Sutherland" userId="ac5cc543-cb8c-4579-96a2-573d0093f677" providerId="ADAL" clId="{F0BD46CD-BF70-4461-A7D4-0C8FE74824A0}" dt="2026-04-14T05:09:24.915" v="4427" actId="113"/>
        <pc:sldMkLst>
          <pc:docMk/>
          <pc:sldMk cId="1345190281" sldId="4426"/>
        </pc:sldMkLst>
        <pc:spChg chg="mod">
          <ac:chgData name="Richard Anthony Sutherland" userId="ac5cc543-cb8c-4579-96a2-573d0093f677" providerId="ADAL" clId="{F0BD46CD-BF70-4461-A7D4-0C8FE74824A0}" dt="2026-04-14T05:09:24.915" v="4427" actId="113"/>
          <ac:spMkLst>
            <pc:docMk/>
            <pc:sldMk cId="1345190281" sldId="4426"/>
            <ac:spMk id="8" creationId="{E12C2C1B-F501-C97D-CBC8-AB113A2DE39F}"/>
          </ac:spMkLst>
        </pc:spChg>
      </pc:sldChg>
      <pc:sldChg chg="addSp modSp add mod ord">
        <pc:chgData name="Richard Anthony Sutherland" userId="ac5cc543-cb8c-4579-96a2-573d0093f677" providerId="ADAL" clId="{F0BD46CD-BF70-4461-A7D4-0C8FE74824A0}" dt="2026-04-14T08:46:20.744" v="5172"/>
        <pc:sldMkLst>
          <pc:docMk/>
          <pc:sldMk cId="1903285654" sldId="4427"/>
        </pc:sldMkLst>
        <pc:spChg chg="mod">
          <ac:chgData name="Richard Anthony Sutherland" userId="ac5cc543-cb8c-4579-96a2-573d0093f677" providerId="ADAL" clId="{F0BD46CD-BF70-4461-A7D4-0C8FE74824A0}" dt="2026-04-14T05:58:35.635" v="4840" actId="20577"/>
          <ac:spMkLst>
            <pc:docMk/>
            <pc:sldMk cId="1903285654" sldId="4427"/>
            <ac:spMk id="3" creationId="{FE129F47-AA89-8AB2-F783-CE8CE8FA8D3D}"/>
          </ac:spMkLst>
        </pc:spChg>
        <pc:spChg chg="mod">
          <ac:chgData name="Richard Anthony Sutherland" userId="ac5cc543-cb8c-4579-96a2-573d0093f677" providerId="ADAL" clId="{F0BD46CD-BF70-4461-A7D4-0C8FE74824A0}" dt="2026-04-14T05:54:13.657" v="4775" actId="14100"/>
          <ac:spMkLst>
            <pc:docMk/>
            <pc:sldMk cId="1903285654" sldId="4427"/>
            <ac:spMk id="8" creationId="{B2699A72-DB7A-A46A-0A13-8D1D83391C4A}"/>
          </ac:spMkLst>
        </pc:spChg>
        <pc:graphicFrameChg chg="add mod">
          <ac:chgData name="Richard Anthony Sutherland" userId="ac5cc543-cb8c-4579-96a2-573d0093f677" providerId="ADAL" clId="{F0BD46CD-BF70-4461-A7D4-0C8FE74824A0}" dt="2026-04-14T05:47:58.668" v="4558"/>
          <ac:graphicFrameMkLst>
            <pc:docMk/>
            <pc:sldMk cId="1903285654" sldId="4427"/>
            <ac:graphicFrameMk id="4" creationId="{D885CD27-4477-7D6B-ACA1-478E49F10BEE}"/>
          </ac:graphicFrameMkLst>
        </pc:graphicFrameChg>
        <pc:graphicFrameChg chg="add mod">
          <ac:chgData name="Richard Anthony Sutherland" userId="ac5cc543-cb8c-4579-96a2-573d0093f677" providerId="ADAL" clId="{F0BD46CD-BF70-4461-A7D4-0C8FE74824A0}" dt="2026-04-14T05:50:39.294" v="4640"/>
          <ac:graphicFrameMkLst>
            <pc:docMk/>
            <pc:sldMk cId="1903285654" sldId="4427"/>
            <ac:graphicFrameMk id="5" creationId="{3CCF16BC-BCE2-2E0D-E999-634348B17E7B}"/>
          </ac:graphicFrameMkLst>
        </pc:graphicFrameChg>
      </pc:sldChg>
      <pc:sldChg chg="addSp modSp add mod modNotesTx">
        <pc:chgData name="Richard Anthony Sutherland" userId="ac5cc543-cb8c-4579-96a2-573d0093f677" providerId="ADAL" clId="{F0BD46CD-BF70-4461-A7D4-0C8FE74824A0}" dt="2026-04-14T06:24:37.096" v="5139" actId="20577"/>
        <pc:sldMkLst>
          <pc:docMk/>
          <pc:sldMk cId="3634695749" sldId="4428"/>
        </pc:sldMkLst>
        <pc:spChg chg="mod">
          <ac:chgData name="Richard Anthony Sutherland" userId="ac5cc543-cb8c-4579-96a2-573d0093f677" providerId="ADAL" clId="{F0BD46CD-BF70-4461-A7D4-0C8FE74824A0}" dt="2026-04-14T06:24:37.096" v="5139" actId="20577"/>
          <ac:spMkLst>
            <pc:docMk/>
            <pc:sldMk cId="3634695749" sldId="4428"/>
            <ac:spMk id="3" creationId="{95A147B0-DF03-A9C2-C934-FA850B9E3AD4}"/>
          </ac:spMkLst>
        </pc:spChg>
        <pc:spChg chg="mod">
          <ac:chgData name="Richard Anthony Sutherland" userId="ac5cc543-cb8c-4579-96a2-573d0093f677" providerId="ADAL" clId="{F0BD46CD-BF70-4461-A7D4-0C8FE74824A0}" dt="2026-04-14T06:24:02.787" v="5126" actId="114"/>
          <ac:spMkLst>
            <pc:docMk/>
            <pc:sldMk cId="3634695749" sldId="4428"/>
            <ac:spMk id="9" creationId="{17036E05-68A0-B729-260D-82C405B506BB}"/>
          </ac:spMkLst>
        </pc:spChg>
        <pc:graphicFrameChg chg="add mod">
          <ac:chgData name="Richard Anthony Sutherland" userId="ac5cc543-cb8c-4579-96a2-573d0093f677" providerId="ADAL" clId="{F0BD46CD-BF70-4461-A7D4-0C8FE74824A0}" dt="2026-04-14T06:21:55.832" v="5068"/>
          <ac:graphicFrameMkLst>
            <pc:docMk/>
            <pc:sldMk cId="3634695749" sldId="4428"/>
            <ac:graphicFrameMk id="4" creationId="{9459835D-D114-48CC-E475-495B3C637D82}"/>
          </ac:graphicFrameMkLst>
        </pc:graphicFrameChg>
      </pc:sldChg>
      <pc:sldChg chg="addSp delSp modSp add mod">
        <pc:chgData name="Richard Anthony Sutherland" userId="ac5cc543-cb8c-4579-96a2-573d0093f677" providerId="ADAL" clId="{F0BD46CD-BF70-4461-A7D4-0C8FE74824A0}" dt="2026-04-14T07:11:54.974" v="5163"/>
        <pc:sldMkLst>
          <pc:docMk/>
          <pc:sldMk cId="225676576" sldId="4429"/>
        </pc:sldMkLst>
        <pc:spChg chg="mod">
          <ac:chgData name="Richard Anthony Sutherland" userId="ac5cc543-cb8c-4579-96a2-573d0093f677" providerId="ADAL" clId="{F0BD46CD-BF70-4461-A7D4-0C8FE74824A0}" dt="2026-04-14T07:11:45.693" v="5159" actId="20577"/>
          <ac:spMkLst>
            <pc:docMk/>
            <pc:sldMk cId="225676576" sldId="4429"/>
            <ac:spMk id="3" creationId="{9C31B507-B96C-B6EF-BD79-19AD1E5D03CF}"/>
          </ac:spMkLst>
        </pc:spChg>
        <pc:spChg chg="add del mod">
          <ac:chgData name="Richard Anthony Sutherland" userId="ac5cc543-cb8c-4579-96a2-573d0093f677" providerId="ADAL" clId="{F0BD46CD-BF70-4461-A7D4-0C8FE74824A0}" dt="2026-04-14T07:11:53.774" v="5161" actId="478"/>
          <ac:spMkLst>
            <pc:docMk/>
            <pc:sldMk cId="225676576" sldId="4429"/>
            <ac:spMk id="5" creationId="{26C61BE2-1AFA-0824-4B49-4BDE47A7D0BC}"/>
          </ac:spMkLst>
        </pc:spChg>
        <pc:spChg chg="del">
          <ac:chgData name="Richard Anthony Sutherland" userId="ac5cc543-cb8c-4579-96a2-573d0093f677" providerId="ADAL" clId="{F0BD46CD-BF70-4461-A7D4-0C8FE74824A0}" dt="2026-04-14T07:11:51.131" v="5160" actId="478"/>
          <ac:spMkLst>
            <pc:docMk/>
            <pc:sldMk cId="225676576" sldId="4429"/>
            <ac:spMk id="8" creationId="{E1CC4DE3-CC1C-5A80-03C5-680BF9D319DA}"/>
          </ac:spMkLst>
        </pc:spChg>
        <pc:picChg chg="add mod">
          <ac:chgData name="Richard Anthony Sutherland" userId="ac5cc543-cb8c-4579-96a2-573d0093f677" providerId="ADAL" clId="{F0BD46CD-BF70-4461-A7D4-0C8FE74824A0}" dt="2026-04-14T07:11:54.974" v="5163"/>
          <ac:picMkLst>
            <pc:docMk/>
            <pc:sldMk cId="225676576" sldId="4429"/>
            <ac:picMk id="9" creationId="{864D93B8-9853-2AA2-34DB-1CAD31AA99B6}"/>
          </ac:picMkLst>
        </pc:picChg>
      </pc:sldChg>
      <pc:sldChg chg="addSp modSp add mod modNotesTx">
        <pc:chgData name="Richard Anthony Sutherland" userId="ac5cc543-cb8c-4579-96a2-573d0093f677" providerId="ADAL" clId="{F0BD46CD-BF70-4461-A7D4-0C8FE74824A0}" dt="2026-04-14T08:51:38.585" v="5315" actId="20577"/>
        <pc:sldMkLst>
          <pc:docMk/>
          <pc:sldMk cId="4045743937" sldId="4430"/>
        </pc:sldMkLst>
        <pc:spChg chg="mod">
          <ac:chgData name="Richard Anthony Sutherland" userId="ac5cc543-cb8c-4579-96a2-573d0093f677" providerId="ADAL" clId="{F0BD46CD-BF70-4461-A7D4-0C8FE74824A0}" dt="2026-04-14T08:51:38.585" v="5315" actId="20577"/>
          <ac:spMkLst>
            <pc:docMk/>
            <pc:sldMk cId="4045743937" sldId="4430"/>
            <ac:spMk id="3" creationId="{CF232396-206D-C6B6-B317-2BF4857A3654}"/>
          </ac:spMkLst>
        </pc:spChg>
        <pc:spChg chg="mod">
          <ac:chgData name="Richard Anthony Sutherland" userId="ac5cc543-cb8c-4579-96a2-573d0093f677" providerId="ADAL" clId="{F0BD46CD-BF70-4461-A7D4-0C8FE74824A0}" dt="2026-04-14T08:48:19.786" v="5210" actId="255"/>
          <ac:spMkLst>
            <pc:docMk/>
            <pc:sldMk cId="4045743937" sldId="4430"/>
            <ac:spMk id="8" creationId="{61B88B61-97CC-DA6A-4947-7643CC68805A}"/>
          </ac:spMkLst>
        </pc:spChg>
        <pc:graphicFrameChg chg="add mod">
          <ac:chgData name="Richard Anthony Sutherland" userId="ac5cc543-cb8c-4579-96a2-573d0093f677" providerId="ADAL" clId="{F0BD46CD-BF70-4461-A7D4-0C8FE74824A0}" dt="2026-04-14T08:47:35.515" v="5188"/>
          <ac:graphicFrameMkLst>
            <pc:docMk/>
            <pc:sldMk cId="4045743937" sldId="4430"/>
            <ac:graphicFrameMk id="4" creationId="{E7A5DF1F-F57A-6487-41F0-A4D94C329EDD}"/>
          </ac:graphicFrameMkLst>
        </pc:graphicFrameChg>
      </pc:sldChg>
      <pc:sldChg chg="modSp add mod">
        <pc:chgData name="Richard Anthony Sutherland" userId="ac5cc543-cb8c-4579-96a2-573d0093f677" providerId="ADAL" clId="{F0BD46CD-BF70-4461-A7D4-0C8FE74824A0}" dt="2026-04-14T08:51:29.807" v="5302" actId="20577"/>
        <pc:sldMkLst>
          <pc:docMk/>
          <pc:sldMk cId="1840368330" sldId="4431"/>
        </pc:sldMkLst>
        <pc:spChg chg="mod">
          <ac:chgData name="Richard Anthony Sutherland" userId="ac5cc543-cb8c-4579-96a2-573d0093f677" providerId="ADAL" clId="{F0BD46CD-BF70-4461-A7D4-0C8FE74824A0}" dt="2026-04-14T08:51:29.807" v="5302" actId="20577"/>
          <ac:spMkLst>
            <pc:docMk/>
            <pc:sldMk cId="1840368330" sldId="4431"/>
            <ac:spMk id="3" creationId="{A9F5940A-C5A8-93B1-0E53-286796DBA820}"/>
          </ac:spMkLst>
        </pc:spChg>
        <pc:spChg chg="mod">
          <ac:chgData name="Richard Anthony Sutherland" userId="ac5cc543-cb8c-4579-96a2-573d0093f677" providerId="ADAL" clId="{F0BD46CD-BF70-4461-A7D4-0C8FE74824A0}" dt="2026-04-14T08:50:54.583" v="5246" actId="20577"/>
          <ac:spMkLst>
            <pc:docMk/>
            <pc:sldMk cId="1840368330" sldId="4431"/>
            <ac:spMk id="8" creationId="{E7753F20-1B7A-B97D-1F03-1C2D80C6B92C}"/>
          </ac:spMkLst>
        </pc:spChg>
      </pc:sldChg>
    </pc:docChg>
  </pc:docChgLst>
  <pc:docChgLst>
    <pc:chgData name="Adekunbi Gbemisola Adeoye" userId="S::aadeoye2@worldbank.org::3f1ae9dc-cb19-4a8d-ae47-97781457fa8b" providerId="AD" clId="Web-{CA885C99-1CC3-9645-776C-A23D5FD0EA01}"/>
    <pc:docChg chg="modSld">
      <pc:chgData name="Adekunbi Gbemisola Adeoye" userId="S::aadeoye2@worldbank.org::3f1ae9dc-cb19-4a8d-ae47-97781457fa8b" providerId="AD" clId="Web-{CA885C99-1CC3-9645-776C-A23D5FD0EA01}" dt="2026-03-23T15:49:20.240" v="1" actId="1076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47A700-A562-4854-B486-A80411F5574A}" type="doc">
      <dgm:prSet loTypeId="urn:microsoft.com/office/officeart/2011/layout/Circle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5197E61-8496-4D7B-956A-8418E24F8B38}">
      <dgm:prSet phldrT="[Text]" phldr="0" custT="1"/>
      <dgm:spPr/>
      <dgm:t>
        <a:bodyPr/>
        <a:lstStyle/>
        <a:p>
          <a:r>
            <a:rPr lang="en-US" sz="2000" i="0" dirty="0"/>
            <a:t>CDRS</a:t>
          </a:r>
        </a:p>
      </dgm:t>
    </dgm:pt>
    <dgm:pt modelId="{4F13418D-E2E8-42D8-89BD-E05FF003D3F6}" type="parTrans" cxnId="{C5BF005F-A3F1-4441-A03E-5CADBAD3C335}">
      <dgm:prSet/>
      <dgm:spPr/>
      <dgm:t>
        <a:bodyPr/>
        <a:lstStyle/>
        <a:p>
          <a:endParaRPr lang="en-US" sz="3200" i="0"/>
        </a:p>
      </dgm:t>
    </dgm:pt>
    <dgm:pt modelId="{F88FCAD4-6A60-4AD3-8604-CA6D8E27CA89}" type="sibTrans" cxnId="{C5BF005F-A3F1-4441-A03E-5CADBAD3C335}">
      <dgm:prSet/>
      <dgm:spPr/>
      <dgm:t>
        <a:bodyPr/>
        <a:lstStyle/>
        <a:p>
          <a:endParaRPr lang="en-US" sz="3200" i="0"/>
        </a:p>
      </dgm:t>
    </dgm:pt>
    <dgm:pt modelId="{0980D107-E82E-4DD6-8E5E-F7A79D1C1CEF}">
      <dgm:prSet phldrT="[Text]" phldr="0" custT="1"/>
      <dgm:spPr/>
      <dgm:t>
        <a:bodyPr/>
        <a:lstStyle/>
        <a:p>
          <a:r>
            <a:rPr lang="en-US" sz="2000" i="0" dirty="0"/>
            <a:t>Vulnerabilities</a:t>
          </a:r>
        </a:p>
      </dgm:t>
    </dgm:pt>
    <dgm:pt modelId="{F19AE201-C39D-40F3-8807-B5640719192F}" type="parTrans" cxnId="{E6B4DE50-CC36-4B8C-A7E9-3362DBDF0F19}">
      <dgm:prSet/>
      <dgm:spPr/>
      <dgm:t>
        <a:bodyPr/>
        <a:lstStyle/>
        <a:p>
          <a:endParaRPr lang="en-US" sz="3200" i="0"/>
        </a:p>
      </dgm:t>
    </dgm:pt>
    <dgm:pt modelId="{E652F470-4B6A-4D19-B4B6-BE2AF7062A62}" type="sibTrans" cxnId="{E6B4DE50-CC36-4B8C-A7E9-3362DBDF0F19}">
      <dgm:prSet/>
      <dgm:spPr/>
      <dgm:t>
        <a:bodyPr/>
        <a:lstStyle/>
        <a:p>
          <a:endParaRPr lang="en-US" sz="3200" i="0"/>
        </a:p>
      </dgm:t>
    </dgm:pt>
    <dgm:pt modelId="{0D0E8928-7EBE-44DA-B971-972B8B77070F}">
      <dgm:prSet phldrT="[Text]" phldr="0" custT="1"/>
      <dgm:spPr/>
      <dgm:t>
        <a:bodyPr/>
        <a:lstStyle/>
        <a:p>
          <a:r>
            <a:rPr lang="en-US" sz="2000" i="0" dirty="0"/>
            <a:t>Options</a:t>
          </a:r>
        </a:p>
      </dgm:t>
    </dgm:pt>
    <dgm:pt modelId="{6ADD0905-5D0C-40A8-902E-F100BEEB696D}" type="parTrans" cxnId="{97B131AF-BDC4-4B35-B035-050802B431EE}">
      <dgm:prSet/>
      <dgm:spPr/>
      <dgm:t>
        <a:bodyPr/>
        <a:lstStyle/>
        <a:p>
          <a:endParaRPr lang="en-US" sz="3200" i="0"/>
        </a:p>
      </dgm:t>
    </dgm:pt>
    <dgm:pt modelId="{3C90D8A2-8687-4D34-B557-4C3FE0DAF66E}" type="sibTrans" cxnId="{97B131AF-BDC4-4B35-B035-050802B431EE}">
      <dgm:prSet/>
      <dgm:spPr/>
      <dgm:t>
        <a:bodyPr/>
        <a:lstStyle/>
        <a:p>
          <a:endParaRPr lang="en-US" sz="3200" i="0"/>
        </a:p>
      </dgm:t>
    </dgm:pt>
    <dgm:pt modelId="{ABC767CF-2A3B-4CA0-A1C6-4D09ADD65D45}">
      <dgm:prSet custT="1"/>
      <dgm:spPr/>
      <dgm:t>
        <a:bodyPr/>
        <a:lstStyle/>
        <a:p>
          <a:r>
            <a:rPr lang="en-US" sz="2000" i="0" dirty="0"/>
            <a:t>Prioritization</a:t>
          </a:r>
        </a:p>
      </dgm:t>
    </dgm:pt>
    <dgm:pt modelId="{A04F541B-0697-452D-BD6B-C00D624EEDC6}" type="parTrans" cxnId="{385FF30D-1D12-4277-8F92-9D7D0477474D}">
      <dgm:prSet/>
      <dgm:spPr/>
      <dgm:t>
        <a:bodyPr/>
        <a:lstStyle/>
        <a:p>
          <a:endParaRPr lang="en-US" sz="3200" i="0"/>
        </a:p>
      </dgm:t>
    </dgm:pt>
    <dgm:pt modelId="{CA4AB645-04CF-47DC-9080-4C0FEFC684A4}" type="sibTrans" cxnId="{385FF30D-1D12-4277-8F92-9D7D0477474D}">
      <dgm:prSet/>
      <dgm:spPr/>
      <dgm:t>
        <a:bodyPr/>
        <a:lstStyle/>
        <a:p>
          <a:endParaRPr lang="en-US" sz="3200" i="0"/>
        </a:p>
      </dgm:t>
    </dgm:pt>
    <dgm:pt modelId="{7661EDF1-C475-4E6C-AE7E-D2D691A15882}">
      <dgm:prSet custT="1"/>
      <dgm:spPr/>
      <dgm:t>
        <a:bodyPr/>
        <a:lstStyle/>
        <a:p>
          <a:r>
            <a:rPr lang="en-US" sz="2000" i="0" dirty="0"/>
            <a:t>Decision</a:t>
          </a:r>
        </a:p>
      </dgm:t>
    </dgm:pt>
    <dgm:pt modelId="{5782F9B8-B683-4DAE-9163-358AF9452841}" type="parTrans" cxnId="{44AAA1D1-1439-4B03-8A04-BB8A7157D436}">
      <dgm:prSet/>
      <dgm:spPr/>
      <dgm:t>
        <a:bodyPr/>
        <a:lstStyle/>
        <a:p>
          <a:endParaRPr lang="en-US" sz="3200" i="0"/>
        </a:p>
      </dgm:t>
    </dgm:pt>
    <dgm:pt modelId="{B44F1A1C-FFAD-40E6-AEFF-5F70D70E621E}" type="sibTrans" cxnId="{44AAA1D1-1439-4B03-8A04-BB8A7157D436}">
      <dgm:prSet/>
      <dgm:spPr/>
      <dgm:t>
        <a:bodyPr/>
        <a:lstStyle/>
        <a:p>
          <a:endParaRPr lang="en-US" sz="3200" i="0"/>
        </a:p>
      </dgm:t>
    </dgm:pt>
    <dgm:pt modelId="{A80591BB-B978-42D0-A125-5906ACEEE77A}" type="pres">
      <dgm:prSet presAssocID="{F147A700-A562-4854-B486-A80411F5574A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73E894B-D6AC-4823-BD4E-D8EF50F8A2F4}" type="pres">
      <dgm:prSet presAssocID="{7661EDF1-C475-4E6C-AE7E-D2D691A15882}" presName="Accent5" presStyleCnt="0"/>
      <dgm:spPr/>
    </dgm:pt>
    <dgm:pt modelId="{3A457538-56D1-49A2-A7FD-94517BB46A46}" type="pres">
      <dgm:prSet presAssocID="{7661EDF1-C475-4E6C-AE7E-D2D691A15882}" presName="Accent" presStyleLbl="node1" presStyleIdx="0" presStyleCnt="5"/>
      <dgm:spPr/>
    </dgm:pt>
    <dgm:pt modelId="{01AE72FF-E23A-405B-89A4-D103ED9D0688}" type="pres">
      <dgm:prSet presAssocID="{7661EDF1-C475-4E6C-AE7E-D2D691A15882}" presName="ParentBackground5" presStyleCnt="0"/>
      <dgm:spPr/>
    </dgm:pt>
    <dgm:pt modelId="{9EF38FF8-C2A2-4A36-AC83-99D83E55BAF0}" type="pres">
      <dgm:prSet presAssocID="{7661EDF1-C475-4E6C-AE7E-D2D691A15882}" presName="ParentBackground" presStyleLbl="fgAcc1" presStyleIdx="0" presStyleCnt="5"/>
      <dgm:spPr/>
    </dgm:pt>
    <dgm:pt modelId="{5005CB22-4742-4CE7-9EAA-B11264C06418}" type="pres">
      <dgm:prSet presAssocID="{7661EDF1-C475-4E6C-AE7E-D2D691A15882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70E3BE46-2025-4C18-AD72-3859EBE8E18D}" type="pres">
      <dgm:prSet presAssocID="{ABC767CF-2A3B-4CA0-A1C6-4D09ADD65D45}" presName="Accent4" presStyleCnt="0"/>
      <dgm:spPr/>
    </dgm:pt>
    <dgm:pt modelId="{AF2CF492-6EF1-451E-90F8-CE5B49CAFDD8}" type="pres">
      <dgm:prSet presAssocID="{ABC767CF-2A3B-4CA0-A1C6-4D09ADD65D45}" presName="Accent" presStyleLbl="node1" presStyleIdx="1" presStyleCnt="5"/>
      <dgm:spPr/>
    </dgm:pt>
    <dgm:pt modelId="{D5D0232E-3232-4903-B73A-8E1EA33168DF}" type="pres">
      <dgm:prSet presAssocID="{ABC767CF-2A3B-4CA0-A1C6-4D09ADD65D45}" presName="ParentBackground4" presStyleCnt="0"/>
      <dgm:spPr/>
    </dgm:pt>
    <dgm:pt modelId="{DCEEDCBD-DDC5-486D-843E-23EDE06B4FC2}" type="pres">
      <dgm:prSet presAssocID="{ABC767CF-2A3B-4CA0-A1C6-4D09ADD65D45}" presName="ParentBackground" presStyleLbl="fgAcc1" presStyleIdx="1" presStyleCnt="5"/>
      <dgm:spPr/>
    </dgm:pt>
    <dgm:pt modelId="{F955414C-79DF-452F-8220-87521E3FD04D}" type="pres">
      <dgm:prSet presAssocID="{ABC767CF-2A3B-4CA0-A1C6-4D09ADD65D45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6B9D611-0E90-451F-8BA7-F9CF5A797237}" type="pres">
      <dgm:prSet presAssocID="{0D0E8928-7EBE-44DA-B971-972B8B77070F}" presName="Accent3" presStyleCnt="0"/>
      <dgm:spPr/>
    </dgm:pt>
    <dgm:pt modelId="{FEA1266E-6316-4119-B548-30A346B82022}" type="pres">
      <dgm:prSet presAssocID="{0D0E8928-7EBE-44DA-B971-972B8B77070F}" presName="Accent" presStyleLbl="node1" presStyleIdx="2" presStyleCnt="5"/>
      <dgm:spPr/>
    </dgm:pt>
    <dgm:pt modelId="{5D811BA8-CB2B-4E4B-AD76-E50ACC4DC2A5}" type="pres">
      <dgm:prSet presAssocID="{0D0E8928-7EBE-44DA-B971-972B8B77070F}" presName="ParentBackground3" presStyleCnt="0"/>
      <dgm:spPr/>
    </dgm:pt>
    <dgm:pt modelId="{050707F7-DA19-420D-89AA-15023ACA26B0}" type="pres">
      <dgm:prSet presAssocID="{0D0E8928-7EBE-44DA-B971-972B8B77070F}" presName="ParentBackground" presStyleLbl="fgAcc1" presStyleIdx="2" presStyleCnt="5"/>
      <dgm:spPr/>
    </dgm:pt>
    <dgm:pt modelId="{9FE3E18C-112C-4126-92C3-AD7A93D053F2}" type="pres">
      <dgm:prSet presAssocID="{0D0E8928-7EBE-44DA-B971-972B8B77070F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550A104-DDF4-4A46-A3A2-2478E52B3220}" type="pres">
      <dgm:prSet presAssocID="{0980D107-E82E-4DD6-8E5E-F7A79D1C1CEF}" presName="Accent2" presStyleCnt="0"/>
      <dgm:spPr/>
    </dgm:pt>
    <dgm:pt modelId="{465898BB-9FA7-4BBD-A868-B9EDF299E5C9}" type="pres">
      <dgm:prSet presAssocID="{0980D107-E82E-4DD6-8E5E-F7A79D1C1CEF}" presName="Accent" presStyleLbl="node1" presStyleIdx="3" presStyleCnt="5"/>
      <dgm:spPr/>
    </dgm:pt>
    <dgm:pt modelId="{4F72682A-B5A8-49AF-90F2-49890121E4AB}" type="pres">
      <dgm:prSet presAssocID="{0980D107-E82E-4DD6-8E5E-F7A79D1C1CEF}" presName="ParentBackground2" presStyleCnt="0"/>
      <dgm:spPr/>
    </dgm:pt>
    <dgm:pt modelId="{66AAB0E2-A5E3-4E52-8A38-A445C5630A3F}" type="pres">
      <dgm:prSet presAssocID="{0980D107-E82E-4DD6-8E5E-F7A79D1C1CEF}" presName="ParentBackground" presStyleLbl="fgAcc1" presStyleIdx="3" presStyleCnt="5"/>
      <dgm:spPr/>
    </dgm:pt>
    <dgm:pt modelId="{54FBA452-0E67-421E-B5A3-9817512D5E9D}" type="pres">
      <dgm:prSet presAssocID="{0980D107-E82E-4DD6-8E5E-F7A79D1C1CE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EA62413-F8E3-4F7C-B03C-A5FE99C5F646}" type="pres">
      <dgm:prSet presAssocID="{95197E61-8496-4D7B-956A-8418E24F8B38}" presName="Accent1" presStyleCnt="0"/>
      <dgm:spPr/>
    </dgm:pt>
    <dgm:pt modelId="{3EEF2C79-FA72-477B-8F8C-A13B774D1C71}" type="pres">
      <dgm:prSet presAssocID="{95197E61-8496-4D7B-956A-8418E24F8B38}" presName="Accent" presStyleLbl="node1" presStyleIdx="4" presStyleCnt="5"/>
      <dgm:spPr/>
    </dgm:pt>
    <dgm:pt modelId="{B3BDA235-8D21-4F61-91C3-ABE4DDF49D81}" type="pres">
      <dgm:prSet presAssocID="{95197E61-8496-4D7B-956A-8418E24F8B38}" presName="ParentBackground1" presStyleCnt="0"/>
      <dgm:spPr/>
    </dgm:pt>
    <dgm:pt modelId="{08A1A918-9189-45D1-8111-21989E0D3254}" type="pres">
      <dgm:prSet presAssocID="{95197E61-8496-4D7B-956A-8418E24F8B38}" presName="ParentBackground" presStyleLbl="fgAcc1" presStyleIdx="4" presStyleCnt="5"/>
      <dgm:spPr/>
    </dgm:pt>
    <dgm:pt modelId="{6A79DCF6-7854-49F9-95E3-6CB723A5B6F9}" type="pres">
      <dgm:prSet presAssocID="{95197E61-8496-4D7B-956A-8418E24F8B3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E2F0F402-0CFE-4DA2-A9A9-F276B0F912B3}" type="presOf" srcId="{95197E61-8496-4D7B-956A-8418E24F8B38}" destId="{08A1A918-9189-45D1-8111-21989E0D3254}" srcOrd="0" destOrd="0" presId="urn:microsoft.com/office/officeart/2011/layout/CircleProcess"/>
    <dgm:cxn modelId="{371D8B04-16C2-45B1-AFD9-015F0C807472}" type="presOf" srcId="{95197E61-8496-4D7B-956A-8418E24F8B38}" destId="{6A79DCF6-7854-49F9-95E3-6CB723A5B6F9}" srcOrd="1" destOrd="0" presId="urn:microsoft.com/office/officeart/2011/layout/CircleProcess"/>
    <dgm:cxn modelId="{6CBD8405-EEEB-4BAE-AF77-8D18AD386D76}" type="presOf" srcId="{7661EDF1-C475-4E6C-AE7E-D2D691A15882}" destId="{9EF38FF8-C2A2-4A36-AC83-99D83E55BAF0}" srcOrd="0" destOrd="0" presId="urn:microsoft.com/office/officeart/2011/layout/CircleProcess"/>
    <dgm:cxn modelId="{385FF30D-1D12-4277-8F92-9D7D0477474D}" srcId="{F147A700-A562-4854-B486-A80411F5574A}" destId="{ABC767CF-2A3B-4CA0-A1C6-4D09ADD65D45}" srcOrd="3" destOrd="0" parTransId="{A04F541B-0697-452D-BD6B-C00D624EEDC6}" sibTransId="{CA4AB645-04CF-47DC-9080-4C0FEFC684A4}"/>
    <dgm:cxn modelId="{C5BF005F-A3F1-4441-A03E-5CADBAD3C335}" srcId="{F147A700-A562-4854-B486-A80411F5574A}" destId="{95197E61-8496-4D7B-956A-8418E24F8B38}" srcOrd="0" destOrd="0" parTransId="{4F13418D-E2E8-42D8-89BD-E05FF003D3F6}" sibTransId="{F88FCAD4-6A60-4AD3-8604-CA6D8E27CA89}"/>
    <dgm:cxn modelId="{FC068061-C014-462F-804A-0E8729BFB6EF}" type="presOf" srcId="{0D0E8928-7EBE-44DA-B971-972B8B77070F}" destId="{9FE3E18C-112C-4126-92C3-AD7A93D053F2}" srcOrd="1" destOrd="0" presId="urn:microsoft.com/office/officeart/2011/layout/CircleProcess"/>
    <dgm:cxn modelId="{CF39BC44-738E-42A0-BECC-A3DE0B7FB5D8}" type="presOf" srcId="{7661EDF1-C475-4E6C-AE7E-D2D691A15882}" destId="{5005CB22-4742-4CE7-9EAA-B11264C06418}" srcOrd="1" destOrd="0" presId="urn:microsoft.com/office/officeart/2011/layout/CircleProcess"/>
    <dgm:cxn modelId="{0AC5D169-3733-4240-8F31-6FAB46558C58}" type="presOf" srcId="{ABC767CF-2A3B-4CA0-A1C6-4D09ADD65D45}" destId="{F955414C-79DF-452F-8220-87521E3FD04D}" srcOrd="1" destOrd="0" presId="urn:microsoft.com/office/officeart/2011/layout/CircleProcess"/>
    <dgm:cxn modelId="{E6B4DE50-CC36-4B8C-A7E9-3362DBDF0F19}" srcId="{F147A700-A562-4854-B486-A80411F5574A}" destId="{0980D107-E82E-4DD6-8E5E-F7A79D1C1CEF}" srcOrd="1" destOrd="0" parTransId="{F19AE201-C39D-40F3-8807-B5640719192F}" sibTransId="{E652F470-4B6A-4D19-B4B6-BE2AF7062A62}"/>
    <dgm:cxn modelId="{4E522575-81E4-4A16-926C-D1350E61EA66}" type="presOf" srcId="{ABC767CF-2A3B-4CA0-A1C6-4D09ADD65D45}" destId="{DCEEDCBD-DDC5-486D-843E-23EDE06B4FC2}" srcOrd="0" destOrd="0" presId="urn:microsoft.com/office/officeart/2011/layout/CircleProcess"/>
    <dgm:cxn modelId="{2A69C7A6-7BA2-4AA4-9E38-E2164287C756}" type="presOf" srcId="{F147A700-A562-4854-B486-A80411F5574A}" destId="{A80591BB-B978-42D0-A125-5906ACEEE77A}" srcOrd="0" destOrd="0" presId="urn:microsoft.com/office/officeart/2011/layout/CircleProcess"/>
    <dgm:cxn modelId="{97B131AF-BDC4-4B35-B035-050802B431EE}" srcId="{F147A700-A562-4854-B486-A80411F5574A}" destId="{0D0E8928-7EBE-44DA-B971-972B8B77070F}" srcOrd="2" destOrd="0" parTransId="{6ADD0905-5D0C-40A8-902E-F100BEEB696D}" sibTransId="{3C90D8A2-8687-4D34-B557-4C3FE0DAF66E}"/>
    <dgm:cxn modelId="{8506E7C8-85E4-460F-B702-6BD54E45A189}" type="presOf" srcId="{0D0E8928-7EBE-44DA-B971-972B8B77070F}" destId="{050707F7-DA19-420D-89AA-15023ACA26B0}" srcOrd="0" destOrd="0" presId="urn:microsoft.com/office/officeart/2011/layout/CircleProcess"/>
    <dgm:cxn modelId="{44AAA1D1-1439-4B03-8A04-BB8A7157D436}" srcId="{F147A700-A562-4854-B486-A80411F5574A}" destId="{7661EDF1-C475-4E6C-AE7E-D2D691A15882}" srcOrd="4" destOrd="0" parTransId="{5782F9B8-B683-4DAE-9163-358AF9452841}" sibTransId="{B44F1A1C-FFAD-40E6-AEFF-5F70D70E621E}"/>
    <dgm:cxn modelId="{E3B0F5F4-B5D3-429C-95EF-491730D2068F}" type="presOf" srcId="{0980D107-E82E-4DD6-8E5E-F7A79D1C1CEF}" destId="{54FBA452-0E67-421E-B5A3-9817512D5E9D}" srcOrd="1" destOrd="0" presId="urn:microsoft.com/office/officeart/2011/layout/CircleProcess"/>
    <dgm:cxn modelId="{606CB2FB-251C-42ED-92CC-FB9888BBA1D9}" type="presOf" srcId="{0980D107-E82E-4DD6-8E5E-F7A79D1C1CEF}" destId="{66AAB0E2-A5E3-4E52-8A38-A445C5630A3F}" srcOrd="0" destOrd="0" presId="urn:microsoft.com/office/officeart/2011/layout/CircleProcess"/>
    <dgm:cxn modelId="{D4B81C3D-87BE-454C-8F4D-3C197D6EDEEF}" type="presParOf" srcId="{A80591BB-B978-42D0-A125-5906ACEEE77A}" destId="{B73E894B-D6AC-4823-BD4E-D8EF50F8A2F4}" srcOrd="0" destOrd="0" presId="urn:microsoft.com/office/officeart/2011/layout/CircleProcess"/>
    <dgm:cxn modelId="{44F784DA-3028-47C8-B809-0B9437447F39}" type="presParOf" srcId="{B73E894B-D6AC-4823-BD4E-D8EF50F8A2F4}" destId="{3A457538-56D1-49A2-A7FD-94517BB46A46}" srcOrd="0" destOrd="0" presId="urn:microsoft.com/office/officeart/2011/layout/CircleProcess"/>
    <dgm:cxn modelId="{F2C82889-F4E8-4B58-8522-904529EC4845}" type="presParOf" srcId="{A80591BB-B978-42D0-A125-5906ACEEE77A}" destId="{01AE72FF-E23A-405B-89A4-D103ED9D0688}" srcOrd="1" destOrd="0" presId="urn:microsoft.com/office/officeart/2011/layout/CircleProcess"/>
    <dgm:cxn modelId="{298B97BF-32BD-43C6-B3B7-C7DC345E1F2C}" type="presParOf" srcId="{01AE72FF-E23A-405B-89A4-D103ED9D0688}" destId="{9EF38FF8-C2A2-4A36-AC83-99D83E55BAF0}" srcOrd="0" destOrd="0" presId="urn:microsoft.com/office/officeart/2011/layout/CircleProcess"/>
    <dgm:cxn modelId="{E37746B0-15AB-4CF7-9B09-211CED4382CC}" type="presParOf" srcId="{A80591BB-B978-42D0-A125-5906ACEEE77A}" destId="{5005CB22-4742-4CE7-9EAA-B11264C06418}" srcOrd="2" destOrd="0" presId="urn:microsoft.com/office/officeart/2011/layout/CircleProcess"/>
    <dgm:cxn modelId="{617A472C-B22E-4107-86F1-997893C1E776}" type="presParOf" srcId="{A80591BB-B978-42D0-A125-5906ACEEE77A}" destId="{70E3BE46-2025-4C18-AD72-3859EBE8E18D}" srcOrd="3" destOrd="0" presId="urn:microsoft.com/office/officeart/2011/layout/CircleProcess"/>
    <dgm:cxn modelId="{9FD1CD6C-63ED-42D5-B030-D9E7B2108E4A}" type="presParOf" srcId="{70E3BE46-2025-4C18-AD72-3859EBE8E18D}" destId="{AF2CF492-6EF1-451E-90F8-CE5B49CAFDD8}" srcOrd="0" destOrd="0" presId="urn:microsoft.com/office/officeart/2011/layout/CircleProcess"/>
    <dgm:cxn modelId="{9FA839D7-8408-4514-94DF-EEA643887466}" type="presParOf" srcId="{A80591BB-B978-42D0-A125-5906ACEEE77A}" destId="{D5D0232E-3232-4903-B73A-8E1EA33168DF}" srcOrd="4" destOrd="0" presId="urn:microsoft.com/office/officeart/2011/layout/CircleProcess"/>
    <dgm:cxn modelId="{02F35922-C1C8-4D2A-BD2B-5A74B8213B5F}" type="presParOf" srcId="{D5D0232E-3232-4903-B73A-8E1EA33168DF}" destId="{DCEEDCBD-DDC5-486D-843E-23EDE06B4FC2}" srcOrd="0" destOrd="0" presId="urn:microsoft.com/office/officeart/2011/layout/CircleProcess"/>
    <dgm:cxn modelId="{A93D5A83-7237-44AF-98A2-C3E095304CC5}" type="presParOf" srcId="{A80591BB-B978-42D0-A125-5906ACEEE77A}" destId="{F955414C-79DF-452F-8220-87521E3FD04D}" srcOrd="5" destOrd="0" presId="urn:microsoft.com/office/officeart/2011/layout/CircleProcess"/>
    <dgm:cxn modelId="{5B87AA5D-F1FC-4F6C-83E9-CB9BC50F1D35}" type="presParOf" srcId="{A80591BB-B978-42D0-A125-5906ACEEE77A}" destId="{E6B9D611-0E90-451F-8BA7-F9CF5A797237}" srcOrd="6" destOrd="0" presId="urn:microsoft.com/office/officeart/2011/layout/CircleProcess"/>
    <dgm:cxn modelId="{C6858E51-2FDC-42FC-AF38-54601A7DA212}" type="presParOf" srcId="{E6B9D611-0E90-451F-8BA7-F9CF5A797237}" destId="{FEA1266E-6316-4119-B548-30A346B82022}" srcOrd="0" destOrd="0" presId="urn:microsoft.com/office/officeart/2011/layout/CircleProcess"/>
    <dgm:cxn modelId="{F2E9A00B-86F6-4D17-BC24-90DD29D7DE1E}" type="presParOf" srcId="{A80591BB-B978-42D0-A125-5906ACEEE77A}" destId="{5D811BA8-CB2B-4E4B-AD76-E50ACC4DC2A5}" srcOrd="7" destOrd="0" presId="urn:microsoft.com/office/officeart/2011/layout/CircleProcess"/>
    <dgm:cxn modelId="{D4D08055-4C63-4F2F-A27D-DBCA014DA647}" type="presParOf" srcId="{5D811BA8-CB2B-4E4B-AD76-E50ACC4DC2A5}" destId="{050707F7-DA19-420D-89AA-15023ACA26B0}" srcOrd="0" destOrd="0" presId="urn:microsoft.com/office/officeart/2011/layout/CircleProcess"/>
    <dgm:cxn modelId="{DE84D96F-8A6E-40EE-969C-CC707F8EE275}" type="presParOf" srcId="{A80591BB-B978-42D0-A125-5906ACEEE77A}" destId="{9FE3E18C-112C-4126-92C3-AD7A93D053F2}" srcOrd="8" destOrd="0" presId="urn:microsoft.com/office/officeart/2011/layout/CircleProcess"/>
    <dgm:cxn modelId="{0385C12C-48B5-4FB2-9EA2-0B53F11878AE}" type="presParOf" srcId="{A80591BB-B978-42D0-A125-5906ACEEE77A}" destId="{2550A104-DDF4-4A46-A3A2-2478E52B3220}" srcOrd="9" destOrd="0" presId="urn:microsoft.com/office/officeart/2011/layout/CircleProcess"/>
    <dgm:cxn modelId="{CFCC2D49-E619-495A-9CF2-359235ECB083}" type="presParOf" srcId="{2550A104-DDF4-4A46-A3A2-2478E52B3220}" destId="{465898BB-9FA7-4BBD-A868-B9EDF299E5C9}" srcOrd="0" destOrd="0" presId="urn:microsoft.com/office/officeart/2011/layout/CircleProcess"/>
    <dgm:cxn modelId="{CE5185C2-D822-4DC1-8168-10E504E72429}" type="presParOf" srcId="{A80591BB-B978-42D0-A125-5906ACEEE77A}" destId="{4F72682A-B5A8-49AF-90F2-49890121E4AB}" srcOrd="10" destOrd="0" presId="urn:microsoft.com/office/officeart/2011/layout/CircleProcess"/>
    <dgm:cxn modelId="{A6573A0A-3C7F-4B11-AF11-F1305343AB6D}" type="presParOf" srcId="{4F72682A-B5A8-49AF-90F2-49890121E4AB}" destId="{66AAB0E2-A5E3-4E52-8A38-A445C5630A3F}" srcOrd="0" destOrd="0" presId="urn:microsoft.com/office/officeart/2011/layout/CircleProcess"/>
    <dgm:cxn modelId="{8CAEFDB4-267A-4085-82DD-EC10985B70D8}" type="presParOf" srcId="{A80591BB-B978-42D0-A125-5906ACEEE77A}" destId="{54FBA452-0E67-421E-B5A3-9817512D5E9D}" srcOrd="11" destOrd="0" presId="urn:microsoft.com/office/officeart/2011/layout/CircleProcess"/>
    <dgm:cxn modelId="{E45781EC-C26D-488A-8A07-38F61C5D3DEE}" type="presParOf" srcId="{A80591BB-B978-42D0-A125-5906ACEEE77A}" destId="{3EA62413-F8E3-4F7C-B03C-A5FE99C5F646}" srcOrd="12" destOrd="0" presId="urn:microsoft.com/office/officeart/2011/layout/CircleProcess"/>
    <dgm:cxn modelId="{F3C50B78-B8E0-47A2-9F02-2B0631AB1F6C}" type="presParOf" srcId="{3EA62413-F8E3-4F7C-B03C-A5FE99C5F646}" destId="{3EEF2C79-FA72-477B-8F8C-A13B774D1C71}" srcOrd="0" destOrd="0" presId="urn:microsoft.com/office/officeart/2011/layout/CircleProcess"/>
    <dgm:cxn modelId="{04AE51B3-9554-42B3-9955-0CF897AF0D68}" type="presParOf" srcId="{A80591BB-B978-42D0-A125-5906ACEEE77A}" destId="{B3BDA235-8D21-4F61-91C3-ABE4DDF49D81}" srcOrd="13" destOrd="0" presId="urn:microsoft.com/office/officeart/2011/layout/CircleProcess"/>
    <dgm:cxn modelId="{61270856-1EE7-4697-AC68-BFB8D29FCD05}" type="presParOf" srcId="{B3BDA235-8D21-4F61-91C3-ABE4DDF49D81}" destId="{08A1A918-9189-45D1-8111-21989E0D3254}" srcOrd="0" destOrd="0" presId="urn:microsoft.com/office/officeart/2011/layout/CircleProcess"/>
    <dgm:cxn modelId="{8615FBA8-B2F5-4A63-885B-6AED11ABD6F8}" type="presParOf" srcId="{A80591BB-B978-42D0-A125-5906ACEEE77A}" destId="{6A79DCF6-7854-49F9-95E3-6CB723A5B6F9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57538-56D1-49A2-A7FD-94517BB46A46}">
      <dsp:nvSpPr>
        <dsp:cNvPr id="0" name=""/>
        <dsp:cNvSpPr/>
      </dsp:nvSpPr>
      <dsp:spPr>
        <a:xfrm>
          <a:off x="10099226" y="1373741"/>
          <a:ext cx="2302787" cy="230316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EF38FF8-C2A2-4A36-AC83-99D83E55BAF0}">
      <dsp:nvSpPr>
        <dsp:cNvPr id="0" name=""/>
        <dsp:cNvSpPr/>
      </dsp:nvSpPr>
      <dsp:spPr>
        <a:xfrm>
          <a:off x="10175210" y="1450527"/>
          <a:ext cx="2149595" cy="214959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dirty="0"/>
            <a:t>Decision</a:t>
          </a:r>
        </a:p>
      </dsp:txBody>
      <dsp:txXfrm>
        <a:off x="10482820" y="1757669"/>
        <a:ext cx="1535600" cy="1535308"/>
      </dsp:txXfrm>
    </dsp:sp>
    <dsp:sp modelId="{AF2CF492-6EF1-451E-90F8-CE5B49CAFDD8}">
      <dsp:nvSpPr>
        <dsp:cNvPr id="0" name=""/>
        <dsp:cNvSpPr/>
      </dsp:nvSpPr>
      <dsp:spPr>
        <a:xfrm rot="2700000">
          <a:off x="7718137" y="1373861"/>
          <a:ext cx="2302521" cy="2302521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CEEDCBD-DDC5-486D-843E-23EDE06B4FC2}">
      <dsp:nvSpPr>
        <dsp:cNvPr id="0" name=""/>
        <dsp:cNvSpPr/>
      </dsp:nvSpPr>
      <dsp:spPr>
        <a:xfrm>
          <a:off x="7796439" y="1450527"/>
          <a:ext cx="2149595" cy="214959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dirty="0"/>
            <a:t>Prioritization</a:t>
          </a:r>
        </a:p>
      </dsp:txBody>
      <dsp:txXfrm>
        <a:off x="8102823" y="1757669"/>
        <a:ext cx="1535600" cy="1535308"/>
      </dsp:txXfrm>
    </dsp:sp>
    <dsp:sp modelId="{FEA1266E-6316-4119-B548-30A346B82022}">
      <dsp:nvSpPr>
        <dsp:cNvPr id="0" name=""/>
        <dsp:cNvSpPr/>
      </dsp:nvSpPr>
      <dsp:spPr>
        <a:xfrm rot="2700000">
          <a:off x="5339366" y="1373861"/>
          <a:ext cx="2302521" cy="2302521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0707F7-DA19-420D-89AA-15023ACA26B0}">
      <dsp:nvSpPr>
        <dsp:cNvPr id="0" name=""/>
        <dsp:cNvSpPr/>
      </dsp:nvSpPr>
      <dsp:spPr>
        <a:xfrm>
          <a:off x="5416442" y="1450527"/>
          <a:ext cx="2149595" cy="214959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dirty="0"/>
            <a:t>Options</a:t>
          </a:r>
        </a:p>
      </dsp:txBody>
      <dsp:txXfrm>
        <a:off x="5722827" y="1757669"/>
        <a:ext cx="1535600" cy="1535308"/>
      </dsp:txXfrm>
    </dsp:sp>
    <dsp:sp modelId="{465898BB-9FA7-4BBD-A868-B9EDF299E5C9}">
      <dsp:nvSpPr>
        <dsp:cNvPr id="0" name=""/>
        <dsp:cNvSpPr/>
      </dsp:nvSpPr>
      <dsp:spPr>
        <a:xfrm rot="2700000">
          <a:off x="2959369" y="1373861"/>
          <a:ext cx="2302521" cy="2302521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6AAB0E2-A5E3-4E52-8A38-A445C5630A3F}">
      <dsp:nvSpPr>
        <dsp:cNvPr id="0" name=""/>
        <dsp:cNvSpPr/>
      </dsp:nvSpPr>
      <dsp:spPr>
        <a:xfrm>
          <a:off x="3036445" y="1450527"/>
          <a:ext cx="2149595" cy="214959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dirty="0"/>
            <a:t>Vulnerabilities</a:t>
          </a:r>
        </a:p>
      </dsp:txBody>
      <dsp:txXfrm>
        <a:off x="3344056" y="1757669"/>
        <a:ext cx="1535600" cy="1535308"/>
      </dsp:txXfrm>
    </dsp:sp>
    <dsp:sp modelId="{3EEF2C79-FA72-477B-8F8C-A13B774D1C71}">
      <dsp:nvSpPr>
        <dsp:cNvPr id="0" name=""/>
        <dsp:cNvSpPr/>
      </dsp:nvSpPr>
      <dsp:spPr>
        <a:xfrm rot="2700000">
          <a:off x="579373" y="1373861"/>
          <a:ext cx="2302521" cy="2302521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8A1A918-9189-45D1-8111-21989E0D3254}">
      <dsp:nvSpPr>
        <dsp:cNvPr id="0" name=""/>
        <dsp:cNvSpPr/>
      </dsp:nvSpPr>
      <dsp:spPr>
        <a:xfrm>
          <a:off x="656449" y="1450527"/>
          <a:ext cx="2149595" cy="214959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dirty="0"/>
            <a:t>CDRS</a:t>
          </a:r>
        </a:p>
      </dsp:txBody>
      <dsp:txXfrm>
        <a:off x="964059" y="1757669"/>
        <a:ext cx="1535600" cy="1535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4/13/2026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4/13/2026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36692A-1A68-428C-BD61-DDD35DF415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357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E5E3-65FB-CDF3-CBB1-8D081CFB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B425A-8A6B-5893-69E7-8B3EB8253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852C3-158A-04E7-9B76-03FCB071A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6E0BD-F289-7B0D-FCEA-A33375AAE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85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AF564-3ED0-C70E-7F05-4BF2F585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E9BC0-8286-E1E8-923E-D83DFCBDF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A539D-ADEC-C3E1-64B4-C0650B64C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E753C-F80A-8073-0EAB-AFEE8E52B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18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A1500-296F-90B2-0A27-871F10A7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11382-455E-8F2F-EF77-6925AF4F7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732E1-2609-454D-765B-B69FF348F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BA675-89E1-2304-01DB-DF2BE72C5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439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8857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1CCE-A1CD-4037-5E6B-AE46233A0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EF896-454B-BC20-A90B-D37C7C9C7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9F592-4624-D2C9-0903-9BE6EA7B4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EF1CE-DABF-620D-F193-2470FB77E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196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8CE6-76B2-997B-29A0-1CA5AC7E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4BB78-189A-5BE3-A452-9B31697EF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0D806-C06B-0FFC-8C4A-8E42760CA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0E40-BD25-99DD-2C38-FE8D9CCEB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0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7286-7D0C-2230-0D59-C63F41AF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CD719-0D60-B103-1969-62ECEFC1A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45BA3-94EF-9179-C52B-729BB6CD1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Exercise Objective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assess whether the screening: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clear, credible, and decision‑relevant information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sufficient to support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investment appraisal and approval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 the PSIP.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01624-1DF3-5ED6-8A1B-2F8A13F4C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326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5D91-C452-6734-8060-F50836C6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C88E7-22F5-72D4-DBC9-DF65669CB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5C0A6-E872-C8E3-DB6D-6B3558CA7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4CED7-D0EE-983B-041C-773A27A99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007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2558-A643-349B-1F2A-3FCDC34A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D3066-B7FD-D80F-FF02-9395532B7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6452B-D750-A5E1-60ED-87E308FDA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5EAFE-5439-955B-5426-ABA9F3003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772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D5E2-BEE8-6BCF-533A-EDB42BB7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4B091-1137-B796-3EB1-F46831D22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52F2C-26F0-55A8-0820-76A375ED0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44F3B-36A2-9628-DA3C-0B7A1A236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574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AF98-9274-30E8-BCC2-F6C0D441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39E46-7041-6704-EA10-0EAC061E3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A698C-BC06-8FCD-3D02-5D6E53E26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64BFB-4F95-EFC0-262B-3BB154713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03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19D2-01C8-E28E-04A9-87A831C76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CDC44-0812-B6F8-95FB-2CBB8B978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3A512-4188-D0D0-1910-D9C25CF08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259A9-FBE2-3761-E78F-BB376F8D4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10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E996-6A2B-D84E-AF93-1759FE8E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550B7-3353-24EA-4F82-AE7AF3B1F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0A2D3-31B6-DAE4-2A6E-E117F07A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6708E-3B63-2C73-228A-A8C37C8C4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145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5BB8-5BA6-DB90-EBC4-304AF700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B1295-F6EF-2EDE-D4AF-BA4802232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A59F6-2AD2-F235-332C-1FCB93B98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Assume samples are stripped for training. Participants may note reasonable assumptions explicitly when data are thin.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616F5-7405-1204-8A7B-D1E337698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397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43F0-BB26-EE6F-F143-A531DA2A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50CB2-109B-D29C-6390-99F879B0A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004DB-F5C4-FD80-42A8-C0DED0FDB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627E6-E497-F862-A680-6D1FE5E9B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142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1878-42C1-CAC0-675E-BE1B8318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E03E1-91A5-F3DE-ED1B-1F6D8AEFA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94439-39DE-9F93-D608-71CE39C98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152DB-D974-225C-0D8D-E9297EE13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945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2FFC-952F-F4EA-31D7-52266DD3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51C2B-6249-7359-3F33-5FC1E1DF8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6692F-899D-AEBF-3158-925393EF2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510D6-C346-B521-EFC0-FC3AF50C4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779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FC45-3BCC-1B78-1F18-B4F08D75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E2DCA-9C1C-AE9C-920B-F6978EE15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6636D-A73D-3B21-B5E3-685B96A7C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Check for maladaptation and system interactions (e.g., downstream effects, power/fuel dependencies).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B4BCF-0935-ED2B-9702-D985205DC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638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E8687-AB7D-E430-8D12-56A37A74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8AF76-FE80-F619-AD60-F8B3445F8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ABBB5-2F6B-049D-DAFF-923E0DE56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Tie comments to scoring anchors and evidence sufficiency.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6B005-569B-E98F-697D-6F2A51B0A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695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FAE58-3490-F818-7605-E7271ECD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813DA-5683-9F32-57E0-6DC4A9A50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3F327-A2D2-0002-45D4-E52C27E88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C8F56-A52F-F8DC-2D2A-3A737DCB0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703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EDF7-5724-1AB2-A69A-C1A065A3E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7F846-DED5-228F-FB26-8407BA8C5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4A038-D682-FBB4-77AB-2B33071A0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C1ED9-887D-3EF2-1A4A-9A3238085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742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D4F0-7616-8483-7722-21E2B5AD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C5F2B-7082-6FF4-BD62-2C5733407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6F845-9FA7-6D53-3919-E4D042ACA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D29BE-84C7-F2A6-DF56-A89B2C26B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792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9201-F657-F266-9ACE-A5101AFA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E8C9C-69D2-300A-5D86-A9BFA9CBE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7B535-D7D0-5932-589E-40ADFF0A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AA162-039A-E566-60CD-88F1DC2D8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1490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1BAC-7067-DBC2-91C1-AA1E3D6E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FCB22-B24E-0871-E5AE-13EE17196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D60AD-FBFD-8D9B-FC16-B452A5FD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IPCC AR6 WGII, Chapter 17: Decision-making options for adaptation. OECD (2015), </a:t>
            </a:r>
            <a:r>
              <a:rPr lang="en-US" i="1" dirty="0"/>
              <a:t>Climate Change Risks and Adaptation: Linking Policy and Economics</a:t>
            </a:r>
            <a:r>
              <a:rPr lang="en-US" dirty="0"/>
              <a:t>. UNDRR (2015), Sendai Framework for Disaster Risk Reduction.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35F5-04EA-8C3E-A583-5CEDA953F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1979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0AF1E-1087-DCA4-E2B6-305A375C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D4179-6952-6F90-2DB5-71F4D0039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4B931-5B0D-B10E-E7DC-A3D412F11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48DF6-FE16-510C-E27E-146A680F5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458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94A1-C214-1789-734C-6BEC9F9A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647A6-7361-3811-5661-D937ECB0B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4362CC-6DF5-1B19-68D5-B407E06E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72929-AF9B-D959-5BCF-8E9A85D71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1810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F207-0F8B-0E05-A65F-459C889F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72DE3-6EB2-379D-440E-A14FC2393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F8AC4-6911-3D70-46EC-EDCD25D42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0DFF0-BD94-A73A-0DD1-3687E9BFB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25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31652-5158-3626-CBFA-8B54E895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6DA93-090A-22F9-CB26-3BF99B4BA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7AD04-3B93-678C-C457-AF96C7BBD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B753B-B498-2F4D-DB74-942A99FB7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506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71E5-BA15-DFE2-60EA-C444968A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8948A-4C4B-4401-1D3D-9F0BAEFF3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C2D71-BA9D-813F-BB70-86970528D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709D1-0E4F-E42C-D6E8-9E5359176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9671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BA5A-93ED-731C-85AA-623BBB22F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9B43F-8FA0-7645-CA4D-55216C8A4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B6851-D2DA-C51E-AB75-171123D54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0E1AA-4EE0-A69A-5816-62FA4367E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647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1CE6-30C0-8F91-0A88-0D6508ADF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7FF0F-887D-1EF2-9079-628FE8599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22C71-DAE7-7574-F006-B9CC6AF26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4F35-30FE-EFD0-C7BF-570369B36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1835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8E8D-F243-C120-8556-79B3510B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44D3C-B80D-25FC-9AF0-CE2BC5D6F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BAD04-D523-0F1B-89BA-7897D12E2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7CE43-FCE8-C6BF-FB35-DD1A9F434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87BCE-1FDA-4ABC-BBE1-E2AD02CB3A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5460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1878-42C1-CAC0-675E-BE1B8318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E03E1-91A5-F3DE-ED1B-1F6D8AEFA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94439-39DE-9F93-D608-71CE39C98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152DB-D974-225C-0D8D-E9297EE13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6692A-1A68-428C-BD61-DDD35DF4155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2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055E-575F-46C5-8606-BB2CC563B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AD234-AAFE-45A9-A265-7839CEC3F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CDABC-1FEA-43D7-9C20-B5DEC9593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AC03F-7F45-4061-A914-D4C6FFD9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88AAE-50C7-48F9-AD5D-C0211081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0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73B6-4B4A-44A8-BFC6-B093C99B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9DA73-E3C9-4C7D-841C-F95A34A42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818FF-C0D3-465B-AF6A-E3CF56B7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6FC67-7504-4192-B17D-EC666023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7D5B-B9A4-4549-A5A5-FE4356EF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8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6073-A2C9-400D-9E06-B9CFBD29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1AFD1-7156-4030-9836-F5F7D9FE8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1CD4C-2D30-4498-93DC-586DB694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94B54-FB1D-4620-9A48-2783482A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5C465-0DE2-41C1-BDA0-05850AC7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0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C6AE-4927-4088-8407-F05DE8C22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FBA13-A830-4BF2-BB25-AA31C2E18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0F56B-B869-42A6-924E-4E8F180DA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AA194-F09B-4F06-BE9B-972DA5CE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B4BEE-F916-4B3D-9BCF-41B285AB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02662-BDAF-4A57-9685-D20BBBBE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4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3456-C17A-494F-A8D7-413E338A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083DA-4FD9-459F-9A19-17E91073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83804-5D1F-4A54-8763-EE0A4DA94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E9394B-E0A6-4311-BE45-FAFDC73CB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4364E-0BCF-491F-A735-156AF0F1F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3D55C-D5A0-4BCD-9237-E66F6546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46CAD-F94A-4F92-9122-88F52AAF3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33C595-92E8-4914-8118-E92B556D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5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BCADF-E69C-4306-8871-DAF6D097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67BDF-BFD2-46B9-B299-CC236F46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A887E-EBCC-4F8C-84A4-F9D80780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14CFF-6640-40C0-9F6A-5541F340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A63D5-D949-43CE-823D-E2057B9C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023C6-71E6-4042-A272-A99D14CB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70F64-8C02-464F-B051-17608E71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2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072C-18BE-43B2-8EF1-C93DDB9F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25D72-9CA3-457C-836D-52DEA0374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DAE8B-EA7B-4960-8FBD-7C3180B37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9F0BD-3E28-40ED-A98F-7BF72572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5F98A-185C-48E6-A3CB-D4BE01AD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DE1C7-5E8D-43AB-BFC6-459FC88D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2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FF74-74B8-40AF-BC59-1A0BF92A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400C50-A69D-47F2-9952-62AAB99DD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6AD9B-D97F-4B88-8C5D-FBD66402B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F2639-F3A8-46F4-BCF7-F2FD3EF4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E3E6D-AF5A-48A3-A8A7-7DD5D223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17EE9-6CD4-4954-9CDE-46BBCD86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6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C905-77AD-4E37-97E8-4F2DA876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F5FE3-A204-4EFC-A7BE-33E33A1A3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A1A0-8ADF-4521-A10A-6CCCE633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A152A-1CDF-4C0D-B842-80F0ED1E3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7313-C7E6-452D-804C-D26F6D9C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7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D3EA2-3AD0-446A-8521-07A3F99A4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AE675-7CED-4E92-AF27-CD5C96879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0BC8F-FDFE-49EF-8479-1D47800F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7C478-6CE4-4D7F-A52E-962F68B0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FC024-A37F-45FA-8338-12C3480C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96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9673-AC7F-4F1F-84E4-F0E5EAAE106D}" type="datetime1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400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18981"/>
            <a:ext cx="7537703" cy="2462667"/>
          </a:xfrm>
          <a:solidFill>
            <a:schemeClr val="bg1">
              <a:alpha val="93000"/>
            </a:schemeClr>
          </a:solidFill>
        </p:spPr>
        <p:txBody>
          <a:bodyPr lIns="822960" tIns="731520" anchor="t" anchorCtr="0">
            <a:normAutofit/>
          </a:bodyPr>
          <a:lstStyle/>
          <a:p>
            <a:r>
              <a:rPr lang="en-US" sz="540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DF17D8-A326-44D6-A77D-42DA99E92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841" y="4735799"/>
            <a:ext cx="6470693" cy="605256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17949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34A642-8E00-4F15-9BE5-FED7F68AA98B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018FF3-9740-4BA5-8515-EBFCC6232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48600" y="643467"/>
            <a:ext cx="3635926" cy="5113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EFBB5-382E-4634-9782-68859DEE1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173792" y="2660530"/>
            <a:ext cx="29260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CE069499-3ED9-4F5B-ADC9-5EBFC522E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1400" y="1118014"/>
            <a:ext cx="3379080" cy="14507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52F90-8192-445D-854C-F144C7CFAC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080" y="640080"/>
            <a:ext cx="3273552" cy="2395728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51433AC9-3FFE-4C0D-A905-A0CB48FB81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51960" y="640080"/>
            <a:ext cx="3273552" cy="2395728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5054A368-7C94-4623-8670-651AAB51F2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080" y="3364992"/>
            <a:ext cx="3273552" cy="2395728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04D3A3D1-400C-4822-B959-96FF1469FD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1960" y="3364992"/>
            <a:ext cx="3273552" cy="2395728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B04F02-660E-4770-B563-1D977AFF4C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86408" y="2789067"/>
            <a:ext cx="3176587" cy="27066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36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108201"/>
            <a:ext cx="3557016" cy="37608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A40EF35-BB21-4D3F-A9D6-2A92BFD0DD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74336" y="2112264"/>
            <a:ext cx="3035808" cy="183794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7CE5DD4-B27E-482B-8208-FA5A7BBC9A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4336" y="4032504"/>
            <a:ext cx="3035808" cy="183794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F796570-D07C-4638-8B80-227A6EF1A0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0728" y="2112264"/>
            <a:ext cx="3035808" cy="375818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13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Tag=AccentColor&#10;Flavor=Dark&#10;Target=Fill">
            <a:extLst>
              <a:ext uri="{FF2B5EF4-FFF2-40B4-BE49-F238E27FC236}">
                <a16:creationId xmlns:a16="http://schemas.microsoft.com/office/drawing/2014/main" id="{17DBCCDB-B58C-45B3-9E63-49F7B0819260}"/>
              </a:ext>
            </a:extLst>
          </p:cNvPr>
          <p:cNvSpPr/>
          <p:nvPr userDrawn="1"/>
        </p:nvSpPr>
        <p:spPr bwMode="white">
          <a:xfrm>
            <a:off x="0" y="4953000"/>
            <a:ext cx="12192000" cy="1905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B1649E-A273-4C2E-A9F2-D29871865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3600">
                <a:solidFill>
                  <a:schemeClr val="bg1"/>
                </a:solidFill>
              </a:rPr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72A6B42-C371-4562-8E40-9EE1906C8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1500">
                <a:solidFill>
                  <a:schemeClr val="bg1"/>
                </a:solidFill>
              </a:rPr>
              <a:t>Click to edit Master subtitle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8504FFB-1664-4F66-BC31-100C8DD983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640080"/>
            <a:ext cx="3544888" cy="393192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B45578D-1855-4EC0-9E45-E1630D11AC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43400" y="640080"/>
            <a:ext cx="3544888" cy="393192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93482C2-6151-4050-9F16-9952B0A017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8432" y="640080"/>
            <a:ext cx="3544888" cy="393192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19568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9B458E-5354-42D4-AE10-8B2F796C3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B121E21-6D9B-46D0-957E-760B095BA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51B24F-7663-45C0-BE23-CD0AEFF51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5ABBAD1-553F-4CC1-AB36-7C1BE5089D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938" y="640080"/>
            <a:ext cx="5449824" cy="27432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06EA1F-5BD5-4FE5-A059-6787DADCB5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080" y="3474720"/>
            <a:ext cx="5449824" cy="27432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405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8720" y="2057400"/>
            <a:ext cx="320040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8720" y="2958274"/>
            <a:ext cx="3200400" cy="2910821"/>
          </a:xfrm>
        </p:spPr>
        <p:txBody>
          <a:bodyPr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2051331"/>
            <a:ext cx="320040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952204"/>
            <a:ext cx="3200400" cy="2910821"/>
          </a:xfrm>
        </p:spPr>
        <p:txBody>
          <a:bodyPr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721C62B-6826-4C4A-B41E-814C63BA51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55280" y="2057400"/>
            <a:ext cx="320040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9F5CD2DF-69E0-48BA-AFAC-83EFCE2ACC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55280" y="2958273"/>
            <a:ext cx="3200400" cy="2910821"/>
          </a:xfrm>
        </p:spPr>
        <p:txBody>
          <a:bodyPr/>
          <a:lstStyle>
            <a:lvl1pPr marL="227013" indent="-227013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80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E592754-9FDD-4637-8931-8898DCEA2DAF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DE7C46-EBCB-4558-B868-C6E743BAE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474" y="1238442"/>
            <a:ext cx="3635926" cy="43557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DD7626-E6F6-463F-8041-E2EC3283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648" y="1419273"/>
            <a:ext cx="3153580" cy="1358188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z="3600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4A9276-3942-47EA-B16C-FEF66FB6F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2128" y="2865016"/>
            <a:ext cx="29260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11DABEC-17D7-4DA3-9DEA-F5D74509D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48" y="2978254"/>
            <a:ext cx="3153580" cy="2444238"/>
          </a:xfrm>
        </p:spPr>
        <p:txBody>
          <a:bodyPr lIns="9144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sz="16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A5B6691-D26A-472B-BB73-55A4E0649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2584" y="1234440"/>
            <a:ext cx="3264408" cy="435254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F1FB629-3697-40BE-A9E2-962CC86418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75320" y="1234440"/>
            <a:ext cx="3264408" cy="435254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724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E322D5-1CC3-400A-A187-55543F0E8B93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2250460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407436"/>
            <a:ext cx="3690257" cy="346165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1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246E2-4AAE-4B57-A4E8-B7FE2FDC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8BFBC-CB4C-4077-9D86-DD5CD8BA6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92413-52A6-4237-8245-52D03CFA5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13D1D-E4FB-41CC-8550-31E255896B66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2FB70-85E5-496A-B3EE-53999B424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B613-22D2-4D3D-9ECE-746F9E606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23792-5E20-45BC-8ABF-7642CC238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09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55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AE3E58-7BFF-41D0-84B0-CA9D5062C474}"/>
              </a:ext>
            </a:extLst>
          </p:cNvPr>
          <p:cNvSpPr/>
          <p:nvPr/>
        </p:nvSpPr>
        <p:spPr>
          <a:xfrm>
            <a:off x="261257" y="240683"/>
            <a:ext cx="11669486" cy="4713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4AB90A-7A42-43A0-82ED-CB5414344F16}"/>
              </a:ext>
            </a:extLst>
          </p:cNvPr>
          <p:cNvSpPr/>
          <p:nvPr/>
        </p:nvSpPr>
        <p:spPr>
          <a:xfrm>
            <a:off x="551822" y="301629"/>
            <a:ext cx="11258122" cy="47089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  <a:p>
            <a:pPr algn="ctr">
              <a:defRPr/>
            </a:pPr>
            <a:r>
              <a:rPr lang="en-US" sz="4400" b="1" dirty="0">
                <a:solidFill>
                  <a:prstClr val="white"/>
                </a:solidFill>
                <a:latin typeface="Calibri" panose="020F0502020204030204"/>
              </a:rPr>
              <a:t>CLIMATE-SMART PUBLIC INVESTMENT MANAGEMENT WORKSHOP</a:t>
            </a:r>
          </a:p>
          <a:p>
            <a:pPr algn="ctr">
              <a:defRPr/>
            </a:pP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  <a:p>
            <a:pPr algn="ctr">
              <a:defRPr/>
            </a:pPr>
            <a:r>
              <a:rPr lang="en-US" sz="4400" b="1" dirty="0">
                <a:solidFill>
                  <a:prstClr val="white"/>
                </a:solidFill>
                <a:latin typeface="Calibri" panose="020F0502020204030204"/>
              </a:rPr>
              <a:t>Climate &amp; Disaster Risk Screening – CDRS</a:t>
            </a:r>
            <a:endParaRPr lang="en-US" sz="4000" b="1" dirty="0">
              <a:solidFill>
                <a:prstClr val="white"/>
              </a:solidFill>
              <a:latin typeface="Calibri" panose="020F0502020204030204"/>
              <a:ea typeface="Calibri"/>
              <a:cs typeface="Calibri"/>
            </a:endParaRPr>
          </a:p>
          <a:p>
            <a:pPr algn="ctr">
              <a:defRPr/>
            </a:pPr>
            <a:endParaRPr lang="en-US" sz="4000" b="1" dirty="0">
              <a:solidFill>
                <a:prstClr val="white"/>
              </a:solidFill>
            </a:endParaRPr>
          </a:p>
          <a:p>
            <a:pPr algn="ctr">
              <a:defRPr/>
            </a:pPr>
            <a:r>
              <a:rPr lang="en-US" sz="4000" b="1" dirty="0">
                <a:solidFill>
                  <a:prstClr val="white"/>
                </a:solidFill>
              </a:rPr>
              <a:t>Day 2: Application and decision-making</a:t>
            </a:r>
            <a:endParaRPr lang="en-US" sz="4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 descr="Malawi: Government &gt;&gt; globalEDGE: Your source for Global Business Knowledge">
            <a:extLst>
              <a:ext uri="{FF2B5EF4-FFF2-40B4-BE49-F238E27FC236}">
                <a16:creationId xmlns:a16="http://schemas.microsoft.com/office/drawing/2014/main" id="{4F0A7D96-2D2D-C5AE-3865-0EC0C9955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70" y="5082884"/>
            <a:ext cx="1449161" cy="1534433"/>
          </a:xfrm>
          <a:prstGeom prst="rect">
            <a:avLst/>
          </a:prstGeom>
        </p:spPr>
      </p:pic>
      <p:pic>
        <p:nvPicPr>
          <p:cNvPr id="4" name="Graphic 3" descr="Download World Bank Logo in SVG Vector or PNG File Format ...">
            <a:extLst>
              <a:ext uri="{FF2B5EF4-FFF2-40B4-BE49-F238E27FC236}">
                <a16:creationId xmlns:a16="http://schemas.microsoft.com/office/drawing/2014/main" id="{96EE9869-EAA0-A788-5838-33D61F7C5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3608" b="32260"/>
          <a:stretch>
            <a:fillRect/>
          </a:stretch>
        </p:blipFill>
        <p:spPr>
          <a:xfrm>
            <a:off x="7037566" y="5381099"/>
            <a:ext cx="5432839" cy="12362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E18CA7-944E-4D3F-8C89-8598E6A64349}"/>
              </a:ext>
            </a:extLst>
          </p:cNvPr>
          <p:cNvSpPr txBox="1"/>
          <p:nvPr/>
        </p:nvSpPr>
        <p:spPr>
          <a:xfrm>
            <a:off x="9753986" y="5201783"/>
            <a:ext cx="21503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defRPr/>
            </a:pPr>
            <a:r>
              <a:rPr lang="en-US" sz="1400" dirty="0">
                <a:ea typeface="+mn-ea"/>
                <a:cs typeface="+mn-cs"/>
              </a:rPr>
              <a:t>April 14, 2026</a:t>
            </a:r>
          </a:p>
        </p:txBody>
      </p:sp>
    </p:spTree>
    <p:extLst>
      <p:ext uri="{BB962C8B-B14F-4D97-AF65-F5344CB8AC3E}">
        <p14:creationId xmlns:p14="http://schemas.microsoft.com/office/powerpoint/2010/main" val="54851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2204E-05EB-0ACC-D548-054893C9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1E39D7B-CF7D-BC06-8728-C2E5CA250FE2}"/>
              </a:ext>
            </a:extLst>
          </p:cNvPr>
          <p:cNvSpPr/>
          <p:nvPr/>
        </p:nvSpPr>
        <p:spPr>
          <a:xfrm>
            <a:off x="1" y="2204886"/>
            <a:ext cx="12191999" cy="20050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>
              <a:lnSpc>
                <a:spcPct val="110000"/>
              </a:lnSpc>
              <a:spcBef>
                <a:spcPts val="500"/>
              </a:spcBef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9C07A-5DF3-1E1B-EEC9-79CF844799EC}"/>
              </a:ext>
            </a:extLst>
          </p:cNvPr>
          <p:cNvSpPr txBox="1"/>
          <p:nvPr/>
        </p:nvSpPr>
        <p:spPr>
          <a:xfrm>
            <a:off x="853065" y="2739187"/>
            <a:ext cx="10485870" cy="14901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3600" b="1" i="1" dirty="0">
                <a:solidFill>
                  <a:schemeClr val="bg1"/>
                </a:solidFill>
              </a:rPr>
              <a:t>Recap of Day 1 </a:t>
            </a: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endParaRPr lang="en-US" sz="2000" i="1" dirty="0">
              <a:solidFill>
                <a:schemeClr val="bg1"/>
              </a:solidFill>
            </a:endParaRP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2000" i="1" dirty="0">
                <a:solidFill>
                  <a:schemeClr val="bg1"/>
                </a:solidFill>
              </a:rPr>
              <a:t>(08:30-09:00)</a:t>
            </a:r>
          </a:p>
        </p:txBody>
      </p:sp>
    </p:spTree>
    <p:extLst>
      <p:ext uri="{BB962C8B-B14F-4D97-AF65-F5344CB8AC3E}">
        <p14:creationId xmlns:p14="http://schemas.microsoft.com/office/powerpoint/2010/main" val="3210361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B9E2-8587-CC1D-9E68-34938A8F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C83AAE-347C-0D0A-F8F9-E78C0E930067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89BD2-0273-2B95-D3C9-EDB2336E5840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39BBE-5A97-E0F8-C86B-382D330A3BC2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Day 1 Recap – What we discovered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91C6CE-4395-5EA4-D8C0-523D33124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461155"/>
            <a:ext cx="11660957" cy="5192194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/>
              <a:t>Climate and disaster risks are already affecting project </a:t>
            </a:r>
            <a:r>
              <a:rPr lang="en-US" sz="2600" dirty="0"/>
              <a:t>viability, costs, and service delivery in Malawi (</a:t>
            </a:r>
            <a:r>
              <a:rPr lang="en-US" sz="2600" i="1" dirty="0"/>
              <a:t>this is not a future problem</a:t>
            </a:r>
            <a:r>
              <a:rPr lang="en-US" sz="2600" dirty="0"/>
              <a:t>)</a:t>
            </a:r>
          </a:p>
          <a:p>
            <a:pPr marL="971550" lvl="1" indent="-5143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/>
              <a:t>Climate risks are often identifiable early</a:t>
            </a:r>
            <a:r>
              <a:rPr lang="en-US" sz="2600" dirty="0"/>
              <a:t>, but are not systematically considered at key PSIP decision points</a:t>
            </a:r>
          </a:p>
          <a:p>
            <a:pPr marL="971550" lvl="1" indent="-5143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/>
              <a:t>Climate risks move in two directions</a:t>
            </a:r>
            <a:r>
              <a:rPr lang="en-US" sz="2600" dirty="0"/>
              <a:t>. Public investments can reduce vulnerability or create new climate risks through site selection, design choices, and long‑term lock‑in</a:t>
            </a:r>
          </a:p>
          <a:p>
            <a:pPr marL="971550" lvl="1" indent="-5143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/>
              <a:t>Consistent screening and escalation are essential</a:t>
            </a:r>
            <a:r>
              <a:rPr lang="en-US" sz="2600" dirty="0"/>
              <a:t>. Clear exposure, sensitivity, and adaptive‑capacity assessments determine when projects must change design or analysis depth</a:t>
            </a:r>
          </a:p>
        </p:txBody>
      </p:sp>
    </p:spTree>
    <p:extLst>
      <p:ext uri="{BB962C8B-B14F-4D97-AF65-F5344CB8AC3E}">
        <p14:creationId xmlns:p14="http://schemas.microsoft.com/office/powerpoint/2010/main" val="3458672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A64F-4B06-3AF0-7A73-7C3A591A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D36519-3DF7-1E9B-A361-F79DC93C611F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5DE618-9ED9-E650-88FC-3090AA7DF998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8EE93-CFB9-0DA8-8B0B-77BCF38AF07E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Day 1 Recap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08FC82-E2F8-563D-49EE-6C47E67AA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461154"/>
            <a:ext cx="11660957" cy="51486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What we accomplished yesterday (quick pulse):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i="1" dirty="0"/>
              <a:t>Confidence &amp; readiness</a:t>
            </a:r>
            <a:r>
              <a:rPr lang="en-US" sz="2400" dirty="0"/>
              <a:t>: Most participants ended Day 1 feeling “Ready” (79%) or “Somewhat ready” (15%) to apply the CDRS today.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sz="2400" b="1" i="1" dirty="0"/>
              <a:t>Value of format</a:t>
            </a:r>
            <a:r>
              <a:rPr lang="en-US" sz="2400" dirty="0"/>
              <a:t>: Satisfaction &gt; 8.6/10 on average; activities rated “Very Useful” by nearly all (94%).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i="1" dirty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/>
              <a:t>What to improve for today: 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dirty="0"/>
              <a:t>Better time management, more activities and hands-on group work, more Q&amp;A.</a:t>
            </a:r>
          </a:p>
        </p:txBody>
      </p:sp>
    </p:spTree>
    <p:extLst>
      <p:ext uri="{BB962C8B-B14F-4D97-AF65-F5344CB8AC3E}">
        <p14:creationId xmlns:p14="http://schemas.microsoft.com/office/powerpoint/2010/main" val="156720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AD51FC-C9E2-4CAA-BEFF-CA2AE8CCE1E3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527014-8D77-B35F-4679-6E5701BEB75D}"/>
              </a:ext>
            </a:extLst>
          </p:cNvPr>
          <p:cNvSpPr/>
          <p:nvPr/>
        </p:nvSpPr>
        <p:spPr>
          <a:xfrm>
            <a:off x="0" y="0"/>
            <a:ext cx="12191999" cy="8514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9FFA3-17C6-C96F-03AD-D79BC3C8CBFA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What We Will Achieve Today</a:t>
            </a:r>
            <a:endParaRPr kumimoji="0" lang="es-ES_tradnl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D48F8A-70D2-AF3E-EEA4-8059170D4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230" y="1168924"/>
            <a:ext cx="11623249" cy="5448691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b="1" dirty="0"/>
              <a:t>Today’s objective</a:t>
            </a:r>
            <a:r>
              <a:rPr lang="en-US" sz="2800" dirty="0"/>
              <a:t>: Build practical competence for high‑quality PSIP decisions</a:t>
            </a:r>
          </a:p>
          <a:p>
            <a:pPr marL="0" indent="0">
              <a:spcAft>
                <a:spcPts val="600"/>
              </a:spcAft>
              <a:buNone/>
            </a:pPr>
            <a:endParaRPr lang="en-US" sz="2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800" dirty="0"/>
              <a:t>By the end of Day 2, you will be able to:</a:t>
            </a:r>
          </a:p>
          <a:p>
            <a:pPr marL="914400" indent="-339725">
              <a:spcAft>
                <a:spcPts val="600"/>
              </a:spcAft>
            </a:pPr>
            <a:r>
              <a:rPr lang="en-US" sz="2400" b="1" dirty="0"/>
              <a:t>Apply CDRS step‑by‑step to real projects</a:t>
            </a:r>
            <a:r>
              <a:rPr lang="en-US" sz="2400" dirty="0"/>
              <a:t>: Identify exposure, sensitivity, and adaptive capacity consistently and defensibly</a:t>
            </a:r>
          </a:p>
          <a:p>
            <a:pPr marL="914400" indent="-339725">
              <a:spcAft>
                <a:spcPts val="600"/>
              </a:spcAft>
            </a:pPr>
            <a:r>
              <a:rPr lang="en-US" sz="2400" b="1" dirty="0"/>
              <a:t>Distinguish technically “complete” screenings from decision‑useful ones</a:t>
            </a:r>
            <a:r>
              <a:rPr lang="en-US" sz="2400" dirty="0"/>
              <a:t>: Judge when screening results are strong enough to support appraisal and approval</a:t>
            </a:r>
          </a:p>
          <a:p>
            <a:pPr marL="914400" indent="-339725">
              <a:spcAft>
                <a:spcPts val="600"/>
              </a:spcAft>
            </a:pPr>
            <a:r>
              <a:rPr lang="en-US" sz="2400" b="1" dirty="0"/>
              <a:t>Translate CDRS findings into concrete options</a:t>
            </a:r>
            <a:r>
              <a:rPr lang="en-US" sz="2400" dirty="0"/>
              <a:t>: Identify climate‑smart design adjustments and prioritize adaptation measures</a:t>
            </a:r>
          </a:p>
          <a:p>
            <a:pPr marL="914400" indent="-339725">
              <a:spcAft>
                <a:spcPts val="600"/>
              </a:spcAft>
            </a:pPr>
            <a:r>
              <a:rPr lang="en-US" sz="2400" b="1" dirty="0"/>
              <a:t>Use CDRS as a decision filter, not a compliance form</a:t>
            </a:r>
            <a:r>
              <a:rPr lang="en-US" sz="2400" dirty="0"/>
              <a:t>: Know when to proceed, refine design, or escalate analysis within the PSIP cycle</a:t>
            </a:r>
          </a:p>
        </p:txBody>
      </p:sp>
    </p:spTree>
    <p:extLst>
      <p:ext uri="{BB962C8B-B14F-4D97-AF65-F5344CB8AC3E}">
        <p14:creationId xmlns:p14="http://schemas.microsoft.com/office/powerpoint/2010/main" val="154553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DEA9-1BBB-6805-0162-EB4564D0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3352B0-9BE3-62DD-4FC8-FDFF2E1DD232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AC0965-6246-8C72-F312-2F1C768BDAB0}"/>
              </a:ext>
            </a:extLst>
          </p:cNvPr>
          <p:cNvSpPr/>
          <p:nvPr/>
        </p:nvSpPr>
        <p:spPr>
          <a:xfrm>
            <a:off x="0" y="0"/>
            <a:ext cx="12191999" cy="8514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1B507-B96C-B6EF-BD79-19AD1E5D03CF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Resources for Today</a:t>
            </a:r>
            <a:endParaRPr kumimoji="0" lang="es-ES_tradnl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4D93B8-9853-2AA2-34DB-1CAD31AA9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6C151-1DF6-7DE7-7CC0-0DB13D4D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0BBA2F-F057-0E7B-8C9E-F9DCCA18C1A7}"/>
              </a:ext>
            </a:extLst>
          </p:cNvPr>
          <p:cNvSpPr/>
          <p:nvPr/>
        </p:nvSpPr>
        <p:spPr>
          <a:xfrm>
            <a:off x="1" y="2204886"/>
            <a:ext cx="12191999" cy="250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>
              <a:lnSpc>
                <a:spcPct val="110000"/>
              </a:lnSpc>
              <a:spcBef>
                <a:spcPts val="500"/>
              </a:spcBef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529E6-E942-2E63-A199-CC58B4FE9D7F}"/>
              </a:ext>
            </a:extLst>
          </p:cNvPr>
          <p:cNvSpPr txBox="1"/>
          <p:nvPr/>
        </p:nvSpPr>
        <p:spPr>
          <a:xfrm>
            <a:off x="263950" y="2447213"/>
            <a:ext cx="11423776" cy="14901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3600" b="1" i="1" dirty="0">
                <a:solidFill>
                  <a:schemeClr val="bg1"/>
                </a:solidFill>
              </a:rPr>
              <a:t>Session 5: Step-by-Step Application of CDRS</a:t>
            </a: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endParaRPr lang="en-US" sz="2000" i="1" dirty="0">
              <a:solidFill>
                <a:schemeClr val="bg1"/>
              </a:solidFill>
            </a:endParaRP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2000" i="1" dirty="0">
                <a:solidFill>
                  <a:schemeClr val="bg1"/>
                </a:solidFill>
              </a:rPr>
              <a:t>(09:30-10:45)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332E161C-F158-CC83-D526-7B9624AF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065" y="4789088"/>
            <a:ext cx="10515600" cy="1723245"/>
          </a:xfrm>
        </p:spPr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Understanding what weak screening looks like and then practicing doing it well</a:t>
            </a:r>
          </a:p>
        </p:txBody>
      </p:sp>
    </p:spTree>
    <p:extLst>
      <p:ext uri="{BB962C8B-B14F-4D97-AF65-F5344CB8AC3E}">
        <p14:creationId xmlns:p14="http://schemas.microsoft.com/office/powerpoint/2010/main" val="207393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CE9F3-D58E-7C86-B0F6-4777F119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06D183-DD3D-8D4F-E3B4-251276DD284A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E63EDB-95FA-C41E-7A37-D6221965A7FA}"/>
              </a:ext>
            </a:extLst>
          </p:cNvPr>
          <p:cNvSpPr/>
          <p:nvPr/>
        </p:nvSpPr>
        <p:spPr>
          <a:xfrm>
            <a:off x="0" y="0"/>
            <a:ext cx="12191999" cy="1253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22456-CF92-FFAD-312F-284DD197E309}"/>
              </a:ext>
            </a:extLst>
          </p:cNvPr>
          <p:cNvSpPr txBox="1"/>
          <p:nvPr/>
        </p:nvSpPr>
        <p:spPr>
          <a:xfrm>
            <a:off x="532772" y="113721"/>
            <a:ext cx="1157214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Exercise 1 – Appraiser’s Lens: What Makes Screening Decision‑Useful?</a:t>
            </a:r>
            <a:endParaRPr kumimoji="0" lang="es-ES_tradnl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A9D24C-AEBC-1EB9-9C16-5E5A58B1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49" y="1469715"/>
            <a:ext cx="11500701" cy="5104881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4400" dirty="0"/>
              <a:t>Before screening projects ourselves, we will first examine why weak screening leads to weak PSIP decisions.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4000" b="1" dirty="0"/>
              <a:t>You are a PSIP Appraiser </a:t>
            </a:r>
          </a:p>
          <a:p>
            <a:pPr>
              <a:spcAft>
                <a:spcPts val="600"/>
              </a:spcAft>
            </a:pPr>
            <a:r>
              <a:rPr lang="en-US" sz="4000" dirty="0"/>
              <a:t>Read the sample climate screening report provided.</a:t>
            </a:r>
          </a:p>
          <a:p>
            <a:pPr>
              <a:spcAft>
                <a:spcPts val="600"/>
              </a:spcAft>
            </a:pPr>
            <a:r>
              <a:rPr lang="en-US" sz="4000" dirty="0"/>
              <a:t>Individually, complete a SWOT analysis: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600" b="1" dirty="0"/>
              <a:t>S – Strengths</a:t>
            </a:r>
            <a:r>
              <a:rPr lang="en-US" sz="3600" dirty="0"/>
              <a:t>: What is clear, useful, or well‑structured?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600" b="1" dirty="0"/>
              <a:t>W – Weaknesses</a:t>
            </a:r>
            <a:r>
              <a:rPr lang="en-US" sz="3600" dirty="0"/>
              <a:t>: What is missing? Generic? Not evidence‑based?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600" b="1" dirty="0"/>
              <a:t>O – Opportunities</a:t>
            </a:r>
            <a:r>
              <a:rPr lang="en-US" sz="3600" dirty="0"/>
              <a:t>: What could be improved if the team had better guidance or tools? 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600" b="1" dirty="0"/>
              <a:t>T – Threats</a:t>
            </a:r>
            <a:r>
              <a:rPr lang="en-US" sz="3600" dirty="0"/>
              <a:t>: What risks arise if this assessment is used for decision‑making?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4000" b="1" dirty="0"/>
              <a:t>Time management</a:t>
            </a:r>
            <a:r>
              <a:rPr lang="en-US" sz="4000" dirty="0"/>
              <a:t>: </a:t>
            </a:r>
          </a:p>
          <a:p>
            <a:pPr>
              <a:spcAft>
                <a:spcPts val="600"/>
              </a:spcAft>
            </a:pPr>
            <a:r>
              <a:rPr lang="en-US" sz="4000" dirty="0"/>
              <a:t>10 minutes individual review</a:t>
            </a:r>
          </a:p>
          <a:p>
            <a:pPr>
              <a:spcAft>
                <a:spcPts val="600"/>
              </a:spcAft>
            </a:pPr>
            <a:r>
              <a:rPr lang="en-US" sz="4000" dirty="0"/>
              <a:t>5 minutes plenary debrief. A few individuals will be asked to share ONE key insight only. Focus will be on patterns, not exhaustive reporting</a:t>
            </a:r>
            <a:r>
              <a:rPr lang="en-US" sz="3600" dirty="0"/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4229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65C74-F792-756B-B12A-BEBCA321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EC1F48-1C22-A7A2-490F-2ECDE0D08260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507FF6-5DAE-414A-4AB6-02F480D85201}"/>
              </a:ext>
            </a:extLst>
          </p:cNvPr>
          <p:cNvSpPr/>
          <p:nvPr/>
        </p:nvSpPr>
        <p:spPr>
          <a:xfrm>
            <a:off x="0" y="0"/>
            <a:ext cx="12191999" cy="1253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32396-206D-C6B6-B317-2BF4857A3654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Exercise 1 – Possible responses</a:t>
            </a:r>
            <a:endParaRPr lang="es-ES_tradnl" sz="3000" b="1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B88B61-97CC-DA6A-4947-7643CC688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49" y="1469715"/>
            <a:ext cx="11500701" cy="5104881"/>
          </a:xfrm>
        </p:spPr>
        <p:txBody>
          <a:bodyPr>
            <a:no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2000" b="1" dirty="0"/>
              <a:t>S – Strengths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The screening recognizes that climate risks exist and attempts to address them across several hazards.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Key concepts (flooding, drought, heat) are mentioned consistently across sections, giving a basic structure.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The tool helps the project team acknowledge climate risks early, rather than ignoring them altogether.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Some answers show awareness of national climate policies, even if superficially.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2000" b="1" dirty="0"/>
              <a:t>W – Weaknesses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Ratings are rarely justified with site‑specific evidence (maps, data, location facts).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Exposure, sensitivity, and adaptive capacity are often conflated, weakening analytical clarity.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Statements are generic and copy‑paste‑like, making it unclear how risks affect this project.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The screening does not clearly explain why any risk matters for design, costs, or service delivery.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Adaptive capacity is overstated, with assumptions presented as facts and no reference to existing features.</a:t>
            </a:r>
          </a:p>
        </p:txBody>
      </p:sp>
    </p:spTree>
    <p:extLst>
      <p:ext uri="{BB962C8B-B14F-4D97-AF65-F5344CB8AC3E}">
        <p14:creationId xmlns:p14="http://schemas.microsoft.com/office/powerpoint/2010/main" val="4045743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19072-3A2E-AC29-FC25-027BA94D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021580-1A38-C8A0-7ACA-5822097A64E3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F333BA-235D-17AE-9451-EA0506725A4F}"/>
              </a:ext>
            </a:extLst>
          </p:cNvPr>
          <p:cNvSpPr/>
          <p:nvPr/>
        </p:nvSpPr>
        <p:spPr>
          <a:xfrm>
            <a:off x="0" y="0"/>
            <a:ext cx="12191999" cy="1253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5940A-C5A8-93B1-0E53-286796DBA820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Exercise 1 – Possible responses (continued)</a:t>
            </a:r>
            <a:endParaRPr kumimoji="0" lang="es-ES_tradnl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753F20-1B7A-B97D-1F03-1C2D80C6B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49" y="1469715"/>
            <a:ext cx="11500701" cy="5104881"/>
          </a:xfrm>
        </p:spPr>
        <p:txBody>
          <a:bodyPr>
            <a:no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2000" b="1" dirty="0"/>
              <a:t>O – Opportunities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With clearer guidance, the screening could link climate risks to concrete project components.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Short, evidence‑based justifications would make the screening far more useful for appraisal.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Explicit escalation logic (what happens if risks are high) could help inform PSIP decisions, not just compliance.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The tool could be used to trigger improvements to design or implementation arrangements, rather than just ratings.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2000" b="1" dirty="0"/>
              <a:t>T – Threats</a:t>
            </a:r>
          </a:p>
          <a:p>
            <a:pPr marL="457200" lvl="1" indent="0" algn="just">
              <a:spcAft>
                <a:spcPts val="600"/>
              </a:spcAft>
              <a:buNone/>
            </a:pPr>
            <a:r>
              <a:rPr lang="en-US" sz="2000" dirty="0"/>
              <a:t>If this screening were used as‑is for PSIP decisions: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Material risks could be underestimated or missed, especially for long‑lived assets.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Weak justification could justify approval of vulnerable designs without conditions.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Decisionmakers may gain a false sense of climate robustness, increasing fiscal and service‑delivery risk.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The screening could become a box‑ticking exercise, undermining the credibility of the CDRS system.</a:t>
            </a:r>
          </a:p>
        </p:txBody>
      </p:sp>
    </p:spTree>
    <p:extLst>
      <p:ext uri="{BB962C8B-B14F-4D97-AF65-F5344CB8AC3E}">
        <p14:creationId xmlns:p14="http://schemas.microsoft.com/office/powerpoint/2010/main" val="1840368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3B42-A7F5-59AB-223B-BDA7385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7834FE3-BF79-B25A-732C-606087BD5792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907231-5B9A-D1D3-D951-116C37036C5D}"/>
              </a:ext>
            </a:extLst>
          </p:cNvPr>
          <p:cNvSpPr/>
          <p:nvPr/>
        </p:nvSpPr>
        <p:spPr>
          <a:xfrm>
            <a:off x="0" y="0"/>
            <a:ext cx="12191999" cy="1253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8CEFD-FD3B-C191-BADF-97B3BB9F2106}"/>
              </a:ext>
            </a:extLst>
          </p:cNvPr>
          <p:cNvSpPr txBox="1"/>
          <p:nvPr/>
        </p:nvSpPr>
        <p:spPr>
          <a:xfrm>
            <a:off x="532772" y="113721"/>
            <a:ext cx="1157214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Exercise 1 – Appraiser’s Lens: What Makes Screening Decision‑Useful?</a:t>
            </a:r>
            <a:endParaRPr kumimoji="0" lang="es-ES_tradnl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2C2C1B-F501-C97D-CBC8-AB113A2DE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49" y="1469715"/>
            <a:ext cx="11500701" cy="510488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4400" dirty="0"/>
              <a:t>From an appraiser’s perspective, climate risk screenings tend to be most decision‑useful when they:</a:t>
            </a:r>
          </a:p>
          <a:p>
            <a:pPr marL="457200" indent="-225425" algn="just">
              <a:spcAft>
                <a:spcPts val="600"/>
              </a:spcAft>
            </a:pPr>
            <a:r>
              <a:rPr lang="en-US" sz="3600" b="1" dirty="0"/>
              <a:t>Clarify how climate risks interact with the project </a:t>
            </a:r>
            <a:r>
              <a:rPr lang="en-US" sz="3600" dirty="0"/>
              <a:t>(</a:t>
            </a:r>
            <a:r>
              <a:rPr lang="en-US" sz="3600" i="1" dirty="0"/>
              <a:t>for example, through location, design characteristics, and ability to cope or recover</a:t>
            </a:r>
            <a:r>
              <a:rPr lang="en-US" sz="3600" dirty="0"/>
              <a:t>)</a:t>
            </a:r>
          </a:p>
          <a:p>
            <a:pPr marL="457200" indent="-225425" algn="just">
              <a:spcAft>
                <a:spcPts val="600"/>
              </a:spcAft>
            </a:pPr>
            <a:r>
              <a:rPr lang="en-US" sz="3600" b="1" dirty="0"/>
              <a:t>Are project‑specific</a:t>
            </a:r>
            <a:r>
              <a:rPr lang="en-US" sz="3600" dirty="0"/>
              <a:t>, rather than relying on generic or checklist‑style statements</a:t>
            </a:r>
          </a:p>
          <a:p>
            <a:pPr marL="457200" indent="-225425" algn="just">
              <a:spcAft>
                <a:spcPts val="600"/>
              </a:spcAft>
            </a:pPr>
            <a:r>
              <a:rPr lang="en-US" sz="3600" b="1" dirty="0"/>
              <a:t>Explain why identified risks matter </a:t>
            </a:r>
            <a:r>
              <a:rPr lang="en-US" sz="3600" dirty="0"/>
              <a:t>for design choices, implementation, costs, or service delivery</a:t>
            </a:r>
          </a:p>
          <a:p>
            <a:pPr marL="457200" indent="-225425" algn="just">
              <a:spcAft>
                <a:spcPts val="600"/>
              </a:spcAft>
            </a:pPr>
            <a:r>
              <a:rPr lang="en-US" sz="3600" dirty="0"/>
              <a:t>Provide a clear signal for next steps, such as whether to: proceed as designed, refine elements of the design, or consider deeper analysis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US" sz="3800" dirty="0"/>
          </a:p>
          <a:p>
            <a:pPr marL="0" indent="0" algn="just">
              <a:spcAft>
                <a:spcPts val="600"/>
              </a:spcAft>
              <a:buNone/>
            </a:pPr>
            <a:r>
              <a:rPr lang="en-US" sz="4400" b="1" dirty="0"/>
              <a:t>Today’s emphasis</a:t>
            </a:r>
            <a:r>
              <a:rPr lang="en-US" sz="4400" dirty="0"/>
              <a:t>: </a:t>
            </a:r>
            <a:r>
              <a:rPr lang="en-US" sz="4400" i="1" dirty="0"/>
              <a:t>Clarity, consistency, and defensible justification, not perfection</a:t>
            </a:r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190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5BCC-CF93-A15E-BBC6-2E071ACB9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A1E29D-7C10-2985-7141-A9E8B1733633}"/>
              </a:ext>
            </a:extLst>
          </p:cNvPr>
          <p:cNvSpPr/>
          <p:nvPr/>
        </p:nvSpPr>
        <p:spPr>
          <a:xfrm>
            <a:off x="261257" y="240683"/>
            <a:ext cx="11669486" cy="4713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0188E5-3247-6DB1-9CFB-CE3C32E62060}"/>
              </a:ext>
            </a:extLst>
          </p:cNvPr>
          <p:cNvSpPr/>
          <p:nvPr/>
        </p:nvSpPr>
        <p:spPr>
          <a:xfrm>
            <a:off x="494270" y="517197"/>
            <a:ext cx="11436473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Health Break					</a:t>
            </a:r>
            <a:r>
              <a:rPr lang="en-US" sz="4800" dirty="0">
                <a:solidFill>
                  <a:schemeClr val="bg1"/>
                </a:solidFill>
              </a:rPr>
              <a:t> 	</a:t>
            </a:r>
            <a:r>
              <a:rPr lang="en-US" sz="3600" dirty="0">
                <a:solidFill>
                  <a:schemeClr val="bg1"/>
                </a:solidFill>
              </a:rPr>
              <a:t>(10:45-11:00)</a:t>
            </a:r>
            <a:endParaRPr lang="en-US" sz="3600" b="1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  <a:latin typeface="Century Gothic"/>
              <a:cs typeface="Calibri" panose="020F0502020204030204"/>
            </a:endParaRPr>
          </a:p>
        </p:txBody>
      </p:sp>
      <p:pic>
        <p:nvPicPr>
          <p:cNvPr id="4" name="Picture 3" descr="Malawi: Government &gt;&gt; globalEDGE: Your source for Global Business Knowledge">
            <a:extLst>
              <a:ext uri="{FF2B5EF4-FFF2-40B4-BE49-F238E27FC236}">
                <a16:creationId xmlns:a16="http://schemas.microsoft.com/office/drawing/2014/main" id="{89EE7042-CE50-3493-4148-65BB9F06E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91" y="5201783"/>
            <a:ext cx="1449161" cy="1534433"/>
          </a:xfrm>
          <a:prstGeom prst="rect">
            <a:avLst/>
          </a:prstGeom>
        </p:spPr>
      </p:pic>
      <p:pic>
        <p:nvPicPr>
          <p:cNvPr id="8" name="Graphic 7" descr="Download World Bank Logo in SVG Vector or PNG File Format ...">
            <a:extLst>
              <a:ext uri="{FF2B5EF4-FFF2-40B4-BE49-F238E27FC236}">
                <a16:creationId xmlns:a16="http://schemas.microsoft.com/office/drawing/2014/main" id="{018A7772-0584-2372-F311-C49CCA91C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7543" y="4894943"/>
            <a:ext cx="2743200" cy="1828800"/>
          </a:xfrm>
          <a:prstGeom prst="rect">
            <a:avLst/>
          </a:prstGeom>
        </p:spPr>
      </p:pic>
      <p:pic>
        <p:nvPicPr>
          <p:cNvPr id="2050" name="Picture 2" descr="Tea And Coffee Break Images – Browse 508,745 Stock Photos ...">
            <a:extLst>
              <a:ext uri="{FF2B5EF4-FFF2-40B4-BE49-F238E27FC236}">
                <a16:creationId xmlns:a16="http://schemas.microsoft.com/office/drawing/2014/main" id="{4A2E4200-A191-FA2D-E47C-FCD078529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852" y="2743205"/>
            <a:ext cx="5117970" cy="341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77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3099-1BB2-1861-7E29-9462BA61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580A613-9C7F-5144-44CA-346BE83647CF}"/>
              </a:ext>
            </a:extLst>
          </p:cNvPr>
          <p:cNvSpPr/>
          <p:nvPr/>
        </p:nvSpPr>
        <p:spPr>
          <a:xfrm>
            <a:off x="1" y="2204886"/>
            <a:ext cx="12191999" cy="250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>
              <a:lnSpc>
                <a:spcPct val="110000"/>
              </a:lnSpc>
              <a:spcBef>
                <a:spcPts val="500"/>
              </a:spcBef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9B845-AB38-F71F-BD2E-056BB5B484B6}"/>
              </a:ext>
            </a:extLst>
          </p:cNvPr>
          <p:cNvSpPr txBox="1"/>
          <p:nvPr/>
        </p:nvSpPr>
        <p:spPr>
          <a:xfrm>
            <a:off x="263950" y="2447213"/>
            <a:ext cx="11423776" cy="20995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3600" b="1" i="1" dirty="0">
                <a:solidFill>
                  <a:schemeClr val="bg1"/>
                </a:solidFill>
              </a:rPr>
              <a:t>Session 6: Hands-On Exercise – Individual Screening Practice</a:t>
            </a: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endParaRPr lang="en-US" sz="2000" i="1" dirty="0">
              <a:solidFill>
                <a:schemeClr val="bg1"/>
              </a:solidFill>
            </a:endParaRP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2000" i="1" dirty="0">
                <a:solidFill>
                  <a:schemeClr val="bg1"/>
                </a:solidFill>
              </a:rPr>
              <a:t>(11:00-12:30)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108FA501-9C94-D2C9-0EBD-FC4EEBB4D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065" y="4789088"/>
            <a:ext cx="10515600" cy="1723245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Participants apply CDRS to sample projects (transport, water)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Individual assessment and justification</a:t>
            </a:r>
          </a:p>
        </p:txBody>
      </p:sp>
    </p:spTree>
    <p:extLst>
      <p:ext uri="{BB962C8B-B14F-4D97-AF65-F5344CB8AC3E}">
        <p14:creationId xmlns:p14="http://schemas.microsoft.com/office/powerpoint/2010/main" val="167693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A92E-F94D-F818-8436-C884F856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9C01A1-D192-C6BE-D22E-EAE4115A11D1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26A85C-B992-7CE7-F709-16B25CD411F8}"/>
              </a:ext>
            </a:extLst>
          </p:cNvPr>
          <p:cNvSpPr/>
          <p:nvPr/>
        </p:nvSpPr>
        <p:spPr>
          <a:xfrm>
            <a:off x="0" y="0"/>
            <a:ext cx="12191999" cy="1253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29F47-AA89-8AB2-F783-CE8CE8FA8D3D}"/>
              </a:ext>
            </a:extLst>
          </p:cNvPr>
          <p:cNvSpPr txBox="1"/>
          <p:nvPr/>
        </p:nvSpPr>
        <p:spPr>
          <a:xfrm>
            <a:off x="532772" y="113721"/>
            <a:ext cx="1157214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Exercise 2: Reviewing the CDRS Manual &amp; Excel Tool Before We Practice</a:t>
            </a:r>
            <a:endParaRPr kumimoji="0" lang="es-ES_tradnl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699A72-DB7A-A46A-0A13-8D1D83391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49" y="1469715"/>
            <a:ext cx="11500701" cy="5299519"/>
          </a:xfrm>
        </p:spPr>
        <p:txBody>
          <a:bodyPr>
            <a:noAutofit/>
          </a:bodyPr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2000" dirty="0"/>
              <a:t>The next 20-30 minutes will be used to align everyone on what to read, what to enter, and what PSIP looks for before applying the tool.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2000" dirty="0"/>
              <a:t>What each document is for: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2000" b="1" dirty="0"/>
              <a:t>a) CDRS Instruction Manual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Explains what each question asks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Clarifies minimum evidence and Pass / Not Clear / Fail thresholds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Shows common mistakes to avoid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2000" b="1" dirty="0"/>
              <a:t>b) CDRS Excel / NPP Template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Is where you record ratings and justifications</a:t>
            </a:r>
          </a:p>
          <a:p>
            <a:pPr lvl="1" algn="just">
              <a:spcAft>
                <a:spcPts val="600"/>
              </a:spcAft>
            </a:pPr>
            <a:r>
              <a:rPr lang="en-US" sz="2000" dirty="0"/>
              <a:t>Fixed structure and sequence, follow it exactly</a:t>
            </a:r>
          </a:p>
          <a:p>
            <a:pPr marL="0" lvl="1" indent="0" algn="just">
              <a:spcAft>
                <a:spcPts val="600"/>
              </a:spcAft>
              <a:buNone/>
            </a:pPr>
            <a:endParaRPr lang="en-US" sz="2000" dirty="0"/>
          </a:p>
          <a:p>
            <a:pPr marL="0" lvl="1" indent="0" algn="just">
              <a:spcAft>
                <a:spcPts val="600"/>
              </a:spcAft>
              <a:buNone/>
            </a:pPr>
            <a:r>
              <a:rPr lang="en-US" sz="2000" dirty="0"/>
              <a:t>Use the manual as your referee. Use the Excel as your scorecard. The review will be followed by a brief 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1903285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B924-1BD5-DEF3-AB67-392C915D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A47E40-989B-91E7-2A7E-F2E7F936FAC8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BBCBD1-9534-6B6D-A822-5EFEF63D6372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B7C29-32C4-E950-82EB-5211F5309598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Exercise 3: Conducting The Preliminary CDRS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0D91E6-820F-9108-52BA-8333FEDE6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372609"/>
            <a:ext cx="11434714" cy="52023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Work as if you are a project proponent submitting this CDRS for PSIP appraisal.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CDRS Preparation Individual Task</a:t>
            </a:r>
          </a:p>
          <a:p>
            <a:pPr lvl="1"/>
            <a:r>
              <a:rPr lang="en-US" dirty="0"/>
              <a:t>Read the project document (10–15 mins). Make note of its objectives, location, scope, note hazards, and exposed assets.</a:t>
            </a:r>
          </a:p>
          <a:p>
            <a:pPr lvl="1"/>
            <a:r>
              <a:rPr lang="en-US" dirty="0"/>
              <a:t>Identify hazards (Exposure)</a:t>
            </a:r>
          </a:p>
          <a:p>
            <a:pPr lvl="1"/>
            <a:r>
              <a:rPr lang="en-US" dirty="0"/>
              <a:t>Assess sensitivity and adaptive capacity</a:t>
            </a:r>
          </a:p>
          <a:p>
            <a:pPr lvl="1"/>
            <a:r>
              <a:rPr lang="en-US" dirty="0"/>
              <a:t>Assign ratings with justification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Time Management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Complete </a:t>
            </a:r>
            <a:r>
              <a:rPr lang="en-US" b="1" dirty="0"/>
              <a:t>3.1–3.3 thoroughly</a:t>
            </a:r>
            <a:endParaRPr lang="pt-BR" b="1" dirty="0"/>
          </a:p>
          <a:p>
            <a:pPr lvl="1"/>
            <a:r>
              <a:rPr lang="en-US" dirty="0"/>
              <a:t>Keep justifications short (2–4 sentences), defensible, and evidence-linked.</a:t>
            </a:r>
          </a:p>
          <a:p>
            <a:pPr lvl="1"/>
            <a:r>
              <a:rPr lang="en-US" dirty="0"/>
              <a:t>Complete 3.4–3.8 with succinct notes as time allows.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Output:</a:t>
            </a:r>
            <a:r>
              <a:rPr lang="en-US" dirty="0"/>
              <a:t> Individual CDRS assessment</a:t>
            </a:r>
          </a:p>
        </p:txBody>
      </p:sp>
    </p:spTree>
    <p:extLst>
      <p:ext uri="{BB962C8B-B14F-4D97-AF65-F5344CB8AC3E}">
        <p14:creationId xmlns:p14="http://schemas.microsoft.com/office/powerpoint/2010/main" val="1337179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E920-1134-48D5-784F-58C017C0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4C09EF-DFE0-790D-1847-592F1422B4E3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DB23E9-D364-BC05-2858-0A955C56CE24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147B0-DF03-A9C2-C934-FA850B9E3AD4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Debrief: Individual CDRS Exercise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036E05-68A0-B729-260D-82C405B50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1602557"/>
            <a:ext cx="11321592" cy="49302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/>
              <a:t>D</a:t>
            </a:r>
            <a:r>
              <a:rPr lang="en-US" sz="3200" b="1" dirty="0"/>
              <a:t>ebrief Questions:</a:t>
            </a:r>
          </a:p>
          <a:p>
            <a:pPr marL="0" indent="0">
              <a:buNone/>
            </a:pPr>
            <a:endParaRPr lang="en-US" sz="3200" b="1" dirty="0"/>
          </a:p>
          <a:p>
            <a:pPr lvl="1"/>
            <a:r>
              <a:rPr lang="en-US" sz="3200" dirty="0"/>
              <a:t>Where did you feel most confident in your screening — and why? (</a:t>
            </a:r>
            <a:r>
              <a:rPr lang="en-US" sz="3200" i="1" dirty="0"/>
              <a:t>Question clarity, available evidence, logic?</a:t>
            </a:r>
            <a:r>
              <a:rPr lang="en-US" sz="3200" dirty="0"/>
              <a:t>)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Which part of the CDRS required the most judgement rather than “rules”? </a:t>
            </a:r>
          </a:p>
          <a:p>
            <a:pPr marL="457200" lvl="1" indent="0">
              <a:buNone/>
            </a:pPr>
            <a:endParaRPr lang="en-US" sz="3200" dirty="0"/>
          </a:p>
          <a:p>
            <a:pPr lvl="1"/>
            <a:r>
              <a:rPr lang="en-US" sz="3200" dirty="0"/>
              <a:t>Where did you hesitate or slow down? (</a:t>
            </a:r>
            <a:r>
              <a:rPr lang="en-US" sz="3200" i="1" dirty="0"/>
              <a:t>Unclear boundaries? Limited data? Rating thresholds?)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What helped you decide on a rating when evidence was imperfect? (</a:t>
            </a:r>
            <a:r>
              <a:rPr lang="en-US" sz="3200" i="1" dirty="0"/>
              <a:t>Assumptions, professional experience, consistency checks</a:t>
            </a:r>
            <a:r>
              <a:rPr lang="en-US" sz="3200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634695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FE18-0C92-D94E-75AB-B40EFBE1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7E00DA-74A6-A9CA-C3BB-611279F8A72A}"/>
              </a:ext>
            </a:extLst>
          </p:cNvPr>
          <p:cNvSpPr/>
          <p:nvPr/>
        </p:nvSpPr>
        <p:spPr>
          <a:xfrm>
            <a:off x="261257" y="240683"/>
            <a:ext cx="11669486" cy="4713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20317-CFF6-486D-CDE4-EB7B3E3907D4}"/>
              </a:ext>
            </a:extLst>
          </p:cNvPr>
          <p:cNvSpPr/>
          <p:nvPr/>
        </p:nvSpPr>
        <p:spPr>
          <a:xfrm>
            <a:off x="416120" y="2205324"/>
            <a:ext cx="11436473" cy="286232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Break for Lunch</a:t>
            </a:r>
          </a:p>
          <a:p>
            <a:pPr algn="ctr"/>
            <a:endParaRPr lang="en-US" sz="4800" b="1" dirty="0">
              <a:solidFill>
                <a:schemeClr val="bg1"/>
              </a:solidFill>
            </a:endParaRPr>
          </a:p>
          <a:p>
            <a:pPr algn="ctr"/>
            <a:r>
              <a:rPr lang="en-US" sz="4800" dirty="0">
                <a:solidFill>
                  <a:schemeClr val="bg1"/>
                </a:solidFill>
              </a:rPr>
              <a:t>(12:30-13:30)</a:t>
            </a:r>
            <a:endParaRPr lang="en-US" sz="4800" b="1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  <a:latin typeface="Century Gothic"/>
              <a:cs typeface="Calibri" panose="020F0502020204030204"/>
            </a:endParaRPr>
          </a:p>
        </p:txBody>
      </p:sp>
      <p:pic>
        <p:nvPicPr>
          <p:cNvPr id="4" name="Picture 3" descr="Malawi: Government &gt;&gt; globalEDGE: Your source for Global Business Knowledge">
            <a:extLst>
              <a:ext uri="{FF2B5EF4-FFF2-40B4-BE49-F238E27FC236}">
                <a16:creationId xmlns:a16="http://schemas.microsoft.com/office/drawing/2014/main" id="{210365ED-8A56-E320-F981-186710007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91" y="5201783"/>
            <a:ext cx="1449161" cy="1534433"/>
          </a:xfrm>
          <a:prstGeom prst="rect">
            <a:avLst/>
          </a:prstGeom>
        </p:spPr>
      </p:pic>
      <p:pic>
        <p:nvPicPr>
          <p:cNvPr id="8" name="Graphic 7" descr="Download World Bank Logo in SVG Vector or PNG File Format ...">
            <a:extLst>
              <a:ext uri="{FF2B5EF4-FFF2-40B4-BE49-F238E27FC236}">
                <a16:creationId xmlns:a16="http://schemas.microsoft.com/office/drawing/2014/main" id="{9491C8F2-A368-2311-F912-39A432A10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7543" y="4894943"/>
            <a:ext cx="2743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70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4963-25F3-64E3-9C4D-AE6AA518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CBCCE2F-925F-6882-D177-2D1A080D497F}"/>
              </a:ext>
            </a:extLst>
          </p:cNvPr>
          <p:cNvSpPr/>
          <p:nvPr/>
        </p:nvSpPr>
        <p:spPr>
          <a:xfrm>
            <a:off x="1" y="2204886"/>
            <a:ext cx="12191999" cy="250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>
              <a:lnSpc>
                <a:spcPct val="110000"/>
              </a:lnSpc>
              <a:spcBef>
                <a:spcPts val="500"/>
              </a:spcBef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834E3-0A78-F8DB-65E8-F91F23578010}"/>
              </a:ext>
            </a:extLst>
          </p:cNvPr>
          <p:cNvSpPr txBox="1"/>
          <p:nvPr/>
        </p:nvSpPr>
        <p:spPr>
          <a:xfrm>
            <a:off x="263950" y="2447213"/>
            <a:ext cx="11423776" cy="14901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3600" b="1" i="1" dirty="0">
                <a:solidFill>
                  <a:schemeClr val="bg1"/>
                </a:solidFill>
              </a:rPr>
              <a:t>Session 7: Group Work – Consolidated Screening Results</a:t>
            </a: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endParaRPr lang="en-US" sz="2000" i="1" dirty="0">
              <a:solidFill>
                <a:schemeClr val="bg1"/>
              </a:solidFill>
            </a:endParaRP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2000" i="1" dirty="0">
                <a:solidFill>
                  <a:schemeClr val="bg1"/>
                </a:solidFill>
              </a:rPr>
              <a:t>(13:30-14:30)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E4FCA3C9-8626-A1B2-3312-3A54EA330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065" y="4789088"/>
            <a:ext cx="10515600" cy="1723245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Compare and reconcile results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 group-level CDRS assessments</a:t>
            </a:r>
          </a:p>
        </p:txBody>
      </p:sp>
    </p:spTree>
    <p:extLst>
      <p:ext uri="{BB962C8B-B14F-4D97-AF65-F5344CB8AC3E}">
        <p14:creationId xmlns:p14="http://schemas.microsoft.com/office/powerpoint/2010/main" val="3998938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68A4-EF7C-7EE3-198E-551E0B0C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E2F390-F2B0-93AD-30BC-EF4EDB1FB719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FC523-A878-955A-6DDB-69981BF7E2F3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BB549-16DA-D24D-2E12-9DA070F2ACD6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Group Exercise (30–40 min): Consolidated CDRS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22C652-2227-1C70-CF0E-A023408BF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Group Work Structure</a:t>
            </a:r>
          </a:p>
          <a:p>
            <a:r>
              <a:rPr lang="en-US" dirty="0"/>
              <a:t>10 groups: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5 Transport projects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5 Water projects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Task</a:t>
            </a:r>
          </a:p>
          <a:p>
            <a:pPr lvl="1"/>
            <a:r>
              <a:rPr lang="en-US" dirty="0"/>
              <a:t>Step 1 (10 mins): Compare individual ratings. Reconcile differences across individual assessments.</a:t>
            </a:r>
          </a:p>
          <a:p>
            <a:pPr lvl="1"/>
            <a:r>
              <a:rPr lang="en-US" dirty="0"/>
              <a:t>Step 2 (15 min): Produce one group-level CDRS (3.1–3.3 complete).</a:t>
            </a:r>
          </a:p>
          <a:p>
            <a:pPr lvl="1"/>
            <a:r>
              <a:rPr lang="en-US" dirty="0"/>
              <a:t>Step 3 (5–10 mins): Draft 3–5 low-cost resilience measures to test later.</a:t>
            </a:r>
          </a:p>
        </p:txBody>
      </p:sp>
    </p:spTree>
    <p:extLst>
      <p:ext uri="{BB962C8B-B14F-4D97-AF65-F5344CB8AC3E}">
        <p14:creationId xmlns:p14="http://schemas.microsoft.com/office/powerpoint/2010/main" val="2892036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D397-81C6-D01D-41DB-B54F9BA9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532694-7F40-B876-BBEA-22EA8F46C7B2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6EBFF7-AF2F-5586-6B1F-B17ADE24FAAF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C951D-1A63-F5C0-4661-9DDCB73B6F88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Debrief: Key Questions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E862FE9-0268-06B3-F629-3D3A47597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b="1" dirty="0"/>
              <a:t>Discuss:</a:t>
            </a:r>
          </a:p>
          <a:p>
            <a:pPr lvl="1"/>
            <a:r>
              <a:rPr lang="en-US" sz="3200" dirty="0"/>
              <a:t>Individual vs group ratings: Did you reach the same ratings? If not, wh</a:t>
            </a:r>
            <a:r>
              <a:rPr lang="en-US" sz="3200" i="1" dirty="0"/>
              <a:t>ere did ratings differ and why?</a:t>
            </a:r>
          </a:p>
          <a:p>
            <a:pPr lvl="1"/>
            <a:r>
              <a:rPr lang="en-US" sz="3200" i="1" dirty="0"/>
              <a:t>Were differences due to:</a:t>
            </a:r>
          </a:p>
          <a:p>
            <a:pPr lvl="2"/>
            <a:r>
              <a:rPr lang="en-US" sz="2800" i="1" dirty="0"/>
              <a:t>Interpretation?</a:t>
            </a:r>
          </a:p>
          <a:p>
            <a:pPr lvl="2"/>
            <a:r>
              <a:rPr lang="en-US" sz="2800" i="1" dirty="0"/>
              <a:t>Evidence?</a:t>
            </a:r>
          </a:p>
          <a:p>
            <a:pPr lvl="2"/>
            <a:r>
              <a:rPr lang="en-US" sz="2800" i="1" dirty="0"/>
              <a:t>Methodological errors?</a:t>
            </a:r>
          </a:p>
          <a:p>
            <a:pPr lvl="1"/>
            <a:endParaRPr lang="en-US" sz="3200" i="1" dirty="0"/>
          </a:p>
          <a:p>
            <a:pPr lvl="1"/>
            <a:r>
              <a:rPr lang="en-US" sz="3200" dirty="0"/>
              <a:t>Across Groups (same project): consistency of exposure and measures?</a:t>
            </a:r>
          </a:p>
          <a:p>
            <a:pPr lvl="1"/>
            <a:r>
              <a:rPr lang="en-US" sz="3200" dirty="0"/>
              <a:t>Across Sectors: differences in sensitivity and adaptive capacity drivers?</a:t>
            </a:r>
          </a:p>
        </p:txBody>
      </p:sp>
    </p:spTree>
    <p:extLst>
      <p:ext uri="{BB962C8B-B14F-4D97-AF65-F5344CB8AC3E}">
        <p14:creationId xmlns:p14="http://schemas.microsoft.com/office/powerpoint/2010/main" val="3915182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6235-FCFD-0705-B937-35DBE0A6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DF1793-3DC6-9874-5F8D-1584680C1868}"/>
              </a:ext>
            </a:extLst>
          </p:cNvPr>
          <p:cNvSpPr/>
          <p:nvPr/>
        </p:nvSpPr>
        <p:spPr>
          <a:xfrm>
            <a:off x="1" y="2204886"/>
            <a:ext cx="12191999" cy="20050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>
              <a:lnSpc>
                <a:spcPct val="110000"/>
              </a:lnSpc>
              <a:spcBef>
                <a:spcPts val="500"/>
              </a:spcBef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CE9E7-FFD5-6D54-6642-94F973EE7CEC}"/>
              </a:ext>
            </a:extLst>
          </p:cNvPr>
          <p:cNvSpPr txBox="1"/>
          <p:nvPr/>
        </p:nvSpPr>
        <p:spPr>
          <a:xfrm>
            <a:off x="174172" y="2204886"/>
            <a:ext cx="11843656" cy="14901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3600" b="1" i="1" dirty="0">
                <a:solidFill>
                  <a:schemeClr val="bg1"/>
                </a:solidFill>
              </a:rPr>
              <a:t>Session 8: From Screening to Decision-Making </a:t>
            </a: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endParaRPr lang="en-US" sz="2000" i="1" dirty="0">
              <a:solidFill>
                <a:schemeClr val="bg1"/>
              </a:solidFill>
            </a:endParaRP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2000" i="1" dirty="0">
                <a:solidFill>
                  <a:schemeClr val="bg1"/>
                </a:solidFill>
              </a:rPr>
              <a:t>(14:30-15:30)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E306601-F803-B7F2-B179-94EE5061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065" y="4507264"/>
            <a:ext cx="10515600" cy="200507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Identifying climate-smart alternatives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Prioritizing adaptation measures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Avoiding maladaptation</a:t>
            </a:r>
          </a:p>
        </p:txBody>
      </p:sp>
    </p:spTree>
    <p:extLst>
      <p:ext uri="{BB962C8B-B14F-4D97-AF65-F5344CB8AC3E}">
        <p14:creationId xmlns:p14="http://schemas.microsoft.com/office/powerpoint/2010/main" val="1504584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6F65-D887-828D-A2DA-EA2D2C6B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E1FB2F-DB1C-EB36-9902-194FBA463B1D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3E344C-E8B1-EEA6-9B8C-13768864EE0E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F4C3D-CF96-F2A3-2DBF-BDEBB8D81572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Why CDRS Must Lead to Options, Not Just Ratings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8D652A-6DF4-DCB3-1BD0-54F94CA8F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72" y="1506029"/>
            <a:ext cx="10927080" cy="4766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Core logic: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Key insight: </a:t>
            </a:r>
            <a:r>
              <a:rPr lang="en-US" dirty="0"/>
              <a:t>A CDRS that does not change project design is analytically correct but operationally irrelevant.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8414529-871D-96A8-A7A9-04CB040BDF06}"/>
              </a:ext>
            </a:extLst>
          </p:cNvPr>
          <p:cNvGraphicFramePr/>
          <p:nvPr/>
        </p:nvGraphicFramePr>
        <p:xfrm>
          <a:off x="-399607" y="945637"/>
          <a:ext cx="12504520" cy="5050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0935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7A81D-F607-AA7F-8F8B-CFBFEDB1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9A10CB-E6CF-E845-8DC7-E46D94A45134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06C3A0-95FD-AE8A-5493-E5091971EB85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0D9AD4-1B75-3704-AF14-774F13B08E8B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Green and Grey Infrastructure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2014E5D-D4B4-579C-EC71-9DFB811F4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72" y="1506029"/>
            <a:ext cx="10927080" cy="4766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Green infrastructure:</a:t>
            </a:r>
            <a:endParaRPr lang="en-US" dirty="0"/>
          </a:p>
          <a:p>
            <a:pPr lvl="1"/>
            <a:r>
              <a:rPr lang="en-US" dirty="0"/>
              <a:t>Nature-based or ecosystem-based solutions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Grey infrastructure:</a:t>
            </a:r>
            <a:endParaRPr lang="en-US" dirty="0"/>
          </a:p>
          <a:p>
            <a:pPr lvl="1"/>
            <a:r>
              <a:rPr lang="en-US" dirty="0"/>
              <a:t>Engineered, built solutions (e.g., drainage, embankments, structures)</a:t>
            </a:r>
          </a:p>
          <a:p>
            <a:pPr lvl="1"/>
            <a:r>
              <a:rPr lang="en-US" dirty="0"/>
              <a:t>Adaptation measures applied to existing built infrastructure.</a:t>
            </a:r>
          </a:p>
          <a:p>
            <a:pPr lvl="2"/>
            <a:r>
              <a:rPr lang="en-US" dirty="0"/>
              <a:t>Upgrading, retrofitting, or repurposing existing infrastructure and systems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Hybrid approaches:</a:t>
            </a:r>
            <a:endParaRPr lang="en-US" dirty="0"/>
          </a:p>
          <a:p>
            <a:pPr lvl="1"/>
            <a:r>
              <a:rPr lang="en-US" dirty="0"/>
              <a:t>Combination of grey and green measures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claim is made here about superiority of any approach.</a:t>
            </a:r>
          </a:p>
        </p:txBody>
      </p:sp>
    </p:spTree>
    <p:extLst>
      <p:ext uri="{BB962C8B-B14F-4D97-AF65-F5344CB8AC3E}">
        <p14:creationId xmlns:p14="http://schemas.microsoft.com/office/powerpoint/2010/main" val="2941859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0E686-38FF-FFB5-7A05-1A5B2308D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57DF35-974B-FDC9-951F-6A5DC64445E6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40387F-245C-DF08-6183-EEE7EC144375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A7615-BDB6-069F-E5BA-D8E7345FD095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Linking Vulnerabilities to Options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FDF25C-ADFC-F641-D651-4ECFFDFA3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963" y="1515291"/>
            <a:ext cx="11496583" cy="508580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Objective: </a:t>
            </a:r>
            <a:r>
              <a:rPr lang="en-US" dirty="0"/>
              <a:t>To identify feasible adaptation measures.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Rule: </a:t>
            </a:r>
            <a:r>
              <a:rPr lang="en-US" dirty="0"/>
              <a:t>Each option must respond to a specific vulnerable project component identified in the CDRS.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Focus</a:t>
            </a:r>
          </a:p>
          <a:p>
            <a:pPr lvl="1"/>
            <a:r>
              <a:rPr lang="en-US" dirty="0"/>
              <a:t>Low-cost, high-impact measures</a:t>
            </a:r>
          </a:p>
          <a:p>
            <a:pPr lvl="1"/>
            <a:r>
              <a:rPr lang="en-US" dirty="0"/>
              <a:t>Generate (structural, soft) measures to address highest vulnerabilities</a:t>
            </a:r>
          </a:p>
          <a:p>
            <a:pPr lvl="1"/>
            <a:r>
              <a:rPr lang="en-US" dirty="0"/>
              <a:t>Alignment each measure to hazards &amp; components highlighted in CDRS findings</a:t>
            </a:r>
          </a:p>
          <a:p>
            <a:pPr lvl="1"/>
            <a:r>
              <a:rPr lang="en-US" dirty="0"/>
              <a:t>Ensure residual risks have a clear strategy (avoid/minimize/transfer). Use sector‑specific examples.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Logic: </a:t>
            </a:r>
          </a:p>
          <a:p>
            <a:pPr lvl="1"/>
            <a:r>
              <a:rPr lang="en-US" dirty="0"/>
              <a:t>From risk → to response</a:t>
            </a:r>
          </a:p>
          <a:p>
            <a:pPr lvl="1"/>
            <a:r>
              <a:rPr lang="en-US" dirty="0"/>
              <a:t>CDRS → Vulnerabilities → </a:t>
            </a:r>
            <a:r>
              <a:rPr lang="en-US" b="1" dirty="0"/>
              <a:t>Options</a:t>
            </a:r>
            <a:r>
              <a:rPr lang="en-US" dirty="0"/>
              <a:t> → Prioritization → PSIP Decision → Learning Loop</a:t>
            </a:r>
          </a:p>
        </p:txBody>
      </p:sp>
    </p:spTree>
    <p:extLst>
      <p:ext uri="{BB962C8B-B14F-4D97-AF65-F5344CB8AC3E}">
        <p14:creationId xmlns:p14="http://schemas.microsoft.com/office/powerpoint/2010/main" val="1549565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E333-EC90-9F17-6A48-4DD363C0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C00897-F375-D04C-CA89-DBE6A5B474A7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40FAD4-4CAA-47A3-E203-856BFE2EFB49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0F7A9-4EF2-6E1F-81D4-93C54FA21804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Prioritization Criteria (Options for Consideration)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2E90B8-682A-E895-D50C-B62CD20C9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6" y="1624613"/>
            <a:ext cx="11594237" cy="48197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When comparing climate-smart alternatives, decision-makers may consider these criteria identified by the IPCC and OECD:</a:t>
            </a:r>
          </a:p>
          <a:p>
            <a:pPr lvl="1"/>
            <a:r>
              <a:rPr lang="en-US" dirty="0"/>
              <a:t>Effectiveness (impact on risk reduction)</a:t>
            </a:r>
          </a:p>
          <a:p>
            <a:pPr lvl="1"/>
            <a:r>
              <a:rPr lang="en-US" dirty="0"/>
              <a:t>Feasibility (political, technical, institutional, operational)</a:t>
            </a:r>
          </a:p>
          <a:p>
            <a:pPr lvl="1"/>
            <a:r>
              <a:rPr lang="en-US" dirty="0"/>
              <a:t>Robustness and flexibility</a:t>
            </a:r>
          </a:p>
          <a:p>
            <a:pPr lvl="1"/>
            <a:r>
              <a:rPr lang="en-US" dirty="0"/>
              <a:t>Cost and economic efficiency</a:t>
            </a:r>
          </a:p>
          <a:p>
            <a:pPr lvl="1"/>
            <a:r>
              <a:rPr lang="en-US" dirty="0" err="1"/>
              <a:t>Co-benefits</a:t>
            </a:r>
            <a:r>
              <a:rPr lang="en-US" dirty="0"/>
              <a:t> and trade-offs</a:t>
            </a:r>
          </a:p>
          <a:p>
            <a:pPr lvl="1"/>
            <a:r>
              <a:rPr lang="en-US" dirty="0"/>
              <a:t>Maladaptation risk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No weighting scheme is implied. However, weighting may be introduced if government considers it useful.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Output:</a:t>
            </a:r>
            <a:r>
              <a:rPr lang="en-US" dirty="0"/>
              <a:t> Ranked list of climate-smart options</a:t>
            </a:r>
          </a:p>
        </p:txBody>
      </p:sp>
    </p:spTree>
    <p:extLst>
      <p:ext uri="{BB962C8B-B14F-4D97-AF65-F5344CB8AC3E}">
        <p14:creationId xmlns:p14="http://schemas.microsoft.com/office/powerpoint/2010/main" val="509601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37DB-C19F-B6CC-CCCB-513EDC1E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9A5413-10B9-8219-94A6-76F382B395CC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A992EC-3231-EFCB-D169-E04FAD4331FC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455C5-851D-06AA-F3CB-6048B96C6D6C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Prioritization Framework (e.g., transport project)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30780D-6CD8-C848-AAA7-B2BF048D5573}"/>
              </a:ext>
            </a:extLst>
          </p:cNvPr>
          <p:cNvGraphicFramePr>
            <a:graphicFrameLocks noGrp="1"/>
          </p:cNvGraphicFramePr>
          <p:nvPr/>
        </p:nvGraphicFramePr>
        <p:xfrm>
          <a:off x="87598" y="2062394"/>
          <a:ext cx="12017313" cy="3370217"/>
        </p:xfrm>
        <a:graphic>
          <a:graphicData uri="http://schemas.openxmlformats.org/drawingml/2006/table">
            <a:tbl>
              <a:tblPr/>
              <a:tblGrid>
                <a:gridCol w="353450">
                  <a:extLst>
                    <a:ext uri="{9D8B030D-6E8A-4147-A177-3AD203B41FA5}">
                      <a16:colId xmlns:a16="http://schemas.microsoft.com/office/drawing/2014/main" val="2710774161"/>
                    </a:ext>
                  </a:extLst>
                </a:gridCol>
                <a:gridCol w="654536">
                  <a:extLst>
                    <a:ext uri="{9D8B030D-6E8A-4147-A177-3AD203B41FA5}">
                      <a16:colId xmlns:a16="http://schemas.microsoft.com/office/drawing/2014/main" val="2591922706"/>
                    </a:ext>
                  </a:extLst>
                </a:gridCol>
                <a:gridCol w="772355">
                  <a:extLst>
                    <a:ext uri="{9D8B030D-6E8A-4147-A177-3AD203B41FA5}">
                      <a16:colId xmlns:a16="http://schemas.microsoft.com/office/drawing/2014/main" val="3123779552"/>
                    </a:ext>
                  </a:extLst>
                </a:gridCol>
                <a:gridCol w="890172">
                  <a:extLst>
                    <a:ext uri="{9D8B030D-6E8A-4147-A177-3AD203B41FA5}">
                      <a16:colId xmlns:a16="http://schemas.microsoft.com/office/drawing/2014/main" val="1860274822"/>
                    </a:ext>
                  </a:extLst>
                </a:gridCol>
                <a:gridCol w="718621">
                  <a:extLst>
                    <a:ext uri="{9D8B030D-6E8A-4147-A177-3AD203B41FA5}">
                      <a16:colId xmlns:a16="http://schemas.microsoft.com/office/drawing/2014/main" val="114654072"/>
                    </a:ext>
                  </a:extLst>
                </a:gridCol>
                <a:gridCol w="1428264">
                  <a:extLst>
                    <a:ext uri="{9D8B030D-6E8A-4147-A177-3AD203B41FA5}">
                      <a16:colId xmlns:a16="http://schemas.microsoft.com/office/drawing/2014/main" val="1099222016"/>
                    </a:ext>
                  </a:extLst>
                </a:gridCol>
                <a:gridCol w="890172">
                  <a:extLst>
                    <a:ext uri="{9D8B030D-6E8A-4147-A177-3AD203B41FA5}">
                      <a16:colId xmlns:a16="http://schemas.microsoft.com/office/drawing/2014/main" val="1892068991"/>
                    </a:ext>
                  </a:extLst>
                </a:gridCol>
                <a:gridCol w="942533">
                  <a:extLst>
                    <a:ext uri="{9D8B030D-6E8A-4147-A177-3AD203B41FA5}">
                      <a16:colId xmlns:a16="http://schemas.microsoft.com/office/drawing/2014/main" val="1348795563"/>
                    </a:ext>
                  </a:extLst>
                </a:gridCol>
                <a:gridCol w="942533">
                  <a:extLst>
                    <a:ext uri="{9D8B030D-6E8A-4147-A177-3AD203B41FA5}">
                      <a16:colId xmlns:a16="http://schemas.microsoft.com/office/drawing/2014/main" val="2962841172"/>
                    </a:ext>
                  </a:extLst>
                </a:gridCol>
                <a:gridCol w="1165077">
                  <a:extLst>
                    <a:ext uri="{9D8B030D-6E8A-4147-A177-3AD203B41FA5}">
                      <a16:colId xmlns:a16="http://schemas.microsoft.com/office/drawing/2014/main" val="1838257934"/>
                    </a:ext>
                  </a:extLst>
                </a:gridCol>
                <a:gridCol w="890172">
                  <a:extLst>
                    <a:ext uri="{9D8B030D-6E8A-4147-A177-3AD203B41FA5}">
                      <a16:colId xmlns:a16="http://schemas.microsoft.com/office/drawing/2014/main" val="3771448283"/>
                    </a:ext>
                  </a:extLst>
                </a:gridCol>
                <a:gridCol w="1047261">
                  <a:extLst>
                    <a:ext uri="{9D8B030D-6E8A-4147-A177-3AD203B41FA5}">
                      <a16:colId xmlns:a16="http://schemas.microsoft.com/office/drawing/2014/main" val="3157377172"/>
                    </a:ext>
                  </a:extLst>
                </a:gridCol>
                <a:gridCol w="1322167">
                  <a:extLst>
                    <a:ext uri="{9D8B030D-6E8A-4147-A177-3AD203B41FA5}">
                      <a16:colId xmlns:a16="http://schemas.microsoft.com/office/drawing/2014/main" val="4283210180"/>
                    </a:ext>
                  </a:extLst>
                </a:gridCol>
              </a:tblGrid>
              <a:tr h="5629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Hazard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Exposed component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Vulnerability severity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CDRS driver addressed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Risk reduction option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Level of intervention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Impact on vulnerability reduction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Feasibility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Cost-effectiveness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Political feasibility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Maladaptation risk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priority rationale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625394"/>
                  </a:ext>
                </a:extLst>
              </a:tr>
              <a:tr h="9357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Flooding / intense rainfall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Road drainage systems and culverts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Sensitivity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Upgrade and resize culverts and roadside drainage using flood-return-period design standards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Design / Infrastructure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– directly reduces flood-induced road failure and overtopping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– technically straightforward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– relatively low cost compared to road reconstruction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– visible, politically attractive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Highest impact on most critical vulnerability with low cost and strong feasibility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56478"/>
                  </a:ext>
                </a:extLst>
              </a:tr>
              <a:tr h="9357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Flooding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Road embankments in floodplains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Exposure &amp; Sensitivity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Elevate critical road sections and reinforce embankments with erosion protection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Design / Infrastructure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– reduces road submergence and erosion risk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 – requires engineering design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 – moderate cost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Medium–High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Moderate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Targets most exposed assets but requires higher investment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811384"/>
                  </a:ext>
                </a:extLst>
              </a:tr>
              <a:tr h="9357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Sedimentation / erosion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Bridges and culverts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Medium–High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Sensitivity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Introduce routine desilting and maintenance program linked to asset management system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Operations / Institutional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Medium–High – improves functionality and lifespan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– institutional reform feasible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High – low cost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cost-effectiveness and institutional resilience benefits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04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528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B19F-A8B6-11BB-4288-16CC2D21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86404F-E933-BFEC-2863-53ECD4C60263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47261B-5228-CAFF-A035-776EF251FFB8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846DF-5710-9D42-ED0B-F0074ED68DCF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Prioritization Framework (e.g., transport project)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92EAD7B-F0CF-B1D5-FF03-875035597E6A}"/>
              </a:ext>
            </a:extLst>
          </p:cNvPr>
          <p:cNvGraphicFramePr>
            <a:graphicFrameLocks noGrp="1"/>
          </p:cNvGraphicFramePr>
          <p:nvPr/>
        </p:nvGraphicFramePr>
        <p:xfrm>
          <a:off x="108857" y="2002699"/>
          <a:ext cx="11974283" cy="3306156"/>
        </p:xfrm>
        <a:graphic>
          <a:graphicData uri="http://schemas.openxmlformats.org/drawingml/2006/table">
            <a:tbl>
              <a:tblPr/>
              <a:tblGrid>
                <a:gridCol w="352185">
                  <a:extLst>
                    <a:ext uri="{9D8B030D-6E8A-4147-A177-3AD203B41FA5}">
                      <a16:colId xmlns:a16="http://schemas.microsoft.com/office/drawing/2014/main" val="1306661598"/>
                    </a:ext>
                  </a:extLst>
                </a:gridCol>
                <a:gridCol w="652193">
                  <a:extLst>
                    <a:ext uri="{9D8B030D-6E8A-4147-A177-3AD203B41FA5}">
                      <a16:colId xmlns:a16="http://schemas.microsoft.com/office/drawing/2014/main" val="2733558293"/>
                    </a:ext>
                  </a:extLst>
                </a:gridCol>
                <a:gridCol w="769589">
                  <a:extLst>
                    <a:ext uri="{9D8B030D-6E8A-4147-A177-3AD203B41FA5}">
                      <a16:colId xmlns:a16="http://schemas.microsoft.com/office/drawing/2014/main" val="2514032989"/>
                    </a:ext>
                  </a:extLst>
                </a:gridCol>
                <a:gridCol w="846288">
                  <a:extLst>
                    <a:ext uri="{9D8B030D-6E8A-4147-A177-3AD203B41FA5}">
                      <a16:colId xmlns:a16="http://schemas.microsoft.com/office/drawing/2014/main" val="2142670420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488414647"/>
                    </a:ext>
                  </a:extLst>
                </a:gridCol>
                <a:gridCol w="1473958">
                  <a:extLst>
                    <a:ext uri="{9D8B030D-6E8A-4147-A177-3AD203B41FA5}">
                      <a16:colId xmlns:a16="http://schemas.microsoft.com/office/drawing/2014/main" val="1949316202"/>
                    </a:ext>
                  </a:extLst>
                </a:gridCol>
                <a:gridCol w="886985">
                  <a:extLst>
                    <a:ext uri="{9D8B030D-6E8A-4147-A177-3AD203B41FA5}">
                      <a16:colId xmlns:a16="http://schemas.microsoft.com/office/drawing/2014/main" val="2520892043"/>
                    </a:ext>
                  </a:extLst>
                </a:gridCol>
                <a:gridCol w="939159">
                  <a:extLst>
                    <a:ext uri="{9D8B030D-6E8A-4147-A177-3AD203B41FA5}">
                      <a16:colId xmlns:a16="http://schemas.microsoft.com/office/drawing/2014/main" val="25236652"/>
                    </a:ext>
                  </a:extLst>
                </a:gridCol>
                <a:gridCol w="939159">
                  <a:extLst>
                    <a:ext uri="{9D8B030D-6E8A-4147-A177-3AD203B41FA5}">
                      <a16:colId xmlns:a16="http://schemas.microsoft.com/office/drawing/2014/main" val="2536332699"/>
                    </a:ext>
                  </a:extLst>
                </a:gridCol>
                <a:gridCol w="1160905">
                  <a:extLst>
                    <a:ext uri="{9D8B030D-6E8A-4147-A177-3AD203B41FA5}">
                      <a16:colId xmlns:a16="http://schemas.microsoft.com/office/drawing/2014/main" val="219986587"/>
                    </a:ext>
                  </a:extLst>
                </a:gridCol>
                <a:gridCol w="886985">
                  <a:extLst>
                    <a:ext uri="{9D8B030D-6E8A-4147-A177-3AD203B41FA5}">
                      <a16:colId xmlns:a16="http://schemas.microsoft.com/office/drawing/2014/main" val="4256919296"/>
                    </a:ext>
                  </a:extLst>
                </a:gridCol>
                <a:gridCol w="1043511">
                  <a:extLst>
                    <a:ext uri="{9D8B030D-6E8A-4147-A177-3AD203B41FA5}">
                      <a16:colId xmlns:a16="http://schemas.microsoft.com/office/drawing/2014/main" val="3523252491"/>
                    </a:ext>
                  </a:extLst>
                </a:gridCol>
                <a:gridCol w="1317431">
                  <a:extLst>
                    <a:ext uri="{9D8B030D-6E8A-4147-A177-3AD203B41FA5}">
                      <a16:colId xmlns:a16="http://schemas.microsoft.com/office/drawing/2014/main" val="3044178643"/>
                    </a:ext>
                  </a:extLst>
                </a:gridCol>
              </a:tblGrid>
              <a:tr h="5035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Hazard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Exposed component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Vulnerability severity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CDRS driver addressed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Risk reduction option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Level of intervention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Impact on vulnerability reduction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Feasibility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Cost-effectiveness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Political feasibility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Maladaptation risk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priority rationale</a:t>
                      </a:r>
                    </a:p>
                  </a:txBody>
                  <a:tcPr marL="3579" marR="3579" marT="35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335539"/>
                  </a:ext>
                </a:extLst>
              </a:tr>
              <a:tr h="8393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Flooding / storms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Road network redundancy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Exposure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Develop alternative feeder-road links to reduce dependence on single corridors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Planning / Infrastructure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 – improves system-level resilience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Low–Medium – requires planning and land acquisition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 – high capital cost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Low–Moderate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Important but less cost-effective than targeted infrastructure upgrades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80900"/>
                  </a:ext>
                </a:extLst>
              </a:tr>
              <a:tr h="6714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Climate uncertainty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Road design standards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Adaptive capacity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Update road design standards to incorporate climate projections (not historical data)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Policy / Institutional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 – systemic long-term resilience gains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 – requires regulatory change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 – low direct cost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reform with long-term benefits but slower impact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93299"/>
                  </a:ext>
                </a:extLst>
              </a:tr>
              <a:tr h="8393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Flooding / extreme events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Emergency response capacity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Adaptive capacity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Establish rapid-response maintenance and emergency repair mechanism (linked to CERC)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Institutional / Operational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 – reduces downtime after disasters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Quick-win institutional measure with strong political appeal</a:t>
                      </a:r>
                    </a:p>
                  </a:txBody>
                  <a:tcPr marL="3579" marR="3579" marT="357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333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333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3AA4-C600-FC79-9C5C-636DDFDA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E5011B-2F41-58C5-D789-65DE7BF6F5FA}"/>
              </a:ext>
            </a:extLst>
          </p:cNvPr>
          <p:cNvSpPr/>
          <p:nvPr/>
        </p:nvSpPr>
        <p:spPr>
          <a:xfrm>
            <a:off x="261257" y="240683"/>
            <a:ext cx="11669486" cy="4713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837E3-145F-CF19-A3FA-9EB13678E389}"/>
              </a:ext>
            </a:extLst>
          </p:cNvPr>
          <p:cNvSpPr/>
          <p:nvPr/>
        </p:nvSpPr>
        <p:spPr>
          <a:xfrm>
            <a:off x="494270" y="517197"/>
            <a:ext cx="11436473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Health Break					</a:t>
            </a:r>
            <a:r>
              <a:rPr lang="en-US" sz="4800" dirty="0">
                <a:solidFill>
                  <a:schemeClr val="bg1"/>
                </a:solidFill>
              </a:rPr>
              <a:t> 	</a:t>
            </a:r>
            <a:r>
              <a:rPr lang="en-US" sz="3600" dirty="0">
                <a:solidFill>
                  <a:schemeClr val="bg1"/>
                </a:solidFill>
              </a:rPr>
              <a:t>(15:30-16:00)</a:t>
            </a:r>
            <a:endParaRPr lang="en-US" sz="3600" b="1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  <a:latin typeface="Century Gothic"/>
              <a:cs typeface="Calibri" panose="020F0502020204030204"/>
            </a:endParaRPr>
          </a:p>
        </p:txBody>
      </p:sp>
      <p:pic>
        <p:nvPicPr>
          <p:cNvPr id="4" name="Picture 3" descr="Malawi: Government &gt;&gt; globalEDGE: Your source for Global Business Knowledge">
            <a:extLst>
              <a:ext uri="{FF2B5EF4-FFF2-40B4-BE49-F238E27FC236}">
                <a16:creationId xmlns:a16="http://schemas.microsoft.com/office/drawing/2014/main" id="{4F15E664-669D-2CA5-0690-876095DC8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91" y="5201783"/>
            <a:ext cx="1449161" cy="1534433"/>
          </a:xfrm>
          <a:prstGeom prst="rect">
            <a:avLst/>
          </a:prstGeom>
        </p:spPr>
      </p:pic>
      <p:pic>
        <p:nvPicPr>
          <p:cNvPr id="8" name="Graphic 7" descr="Download World Bank Logo in SVG Vector or PNG File Format ...">
            <a:extLst>
              <a:ext uri="{FF2B5EF4-FFF2-40B4-BE49-F238E27FC236}">
                <a16:creationId xmlns:a16="http://schemas.microsoft.com/office/drawing/2014/main" id="{C6479CD5-4754-1D3D-2A14-C4F535C6E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7543" y="4894943"/>
            <a:ext cx="2743200" cy="1828800"/>
          </a:xfrm>
          <a:prstGeom prst="rect">
            <a:avLst/>
          </a:prstGeom>
        </p:spPr>
      </p:pic>
      <p:pic>
        <p:nvPicPr>
          <p:cNvPr id="2050" name="Picture 2" descr="Tea And Coffee Break Images – Browse 508,745 Stock Photos ...">
            <a:extLst>
              <a:ext uri="{FF2B5EF4-FFF2-40B4-BE49-F238E27FC236}">
                <a16:creationId xmlns:a16="http://schemas.microsoft.com/office/drawing/2014/main" id="{2A4EF1CF-B787-9C31-8699-BD41BCA3E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852" y="2743205"/>
            <a:ext cx="5117970" cy="341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490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6E11-71E9-F864-714E-7D98CD7A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5C2250-DFF3-5E01-7ACD-7CE9E35649C2}"/>
              </a:ext>
            </a:extLst>
          </p:cNvPr>
          <p:cNvSpPr/>
          <p:nvPr/>
        </p:nvSpPr>
        <p:spPr>
          <a:xfrm>
            <a:off x="1" y="2204886"/>
            <a:ext cx="12191999" cy="20050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>
              <a:lnSpc>
                <a:spcPct val="110000"/>
              </a:lnSpc>
              <a:spcBef>
                <a:spcPts val="500"/>
              </a:spcBef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9711D-F21C-630D-848A-86C916A7F08E}"/>
              </a:ext>
            </a:extLst>
          </p:cNvPr>
          <p:cNvSpPr txBox="1"/>
          <p:nvPr/>
        </p:nvSpPr>
        <p:spPr>
          <a:xfrm>
            <a:off x="174172" y="2204886"/>
            <a:ext cx="11843656" cy="14901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3600" b="1" i="1" dirty="0">
                <a:solidFill>
                  <a:schemeClr val="bg1"/>
                </a:solidFill>
              </a:rPr>
              <a:t>Session 9: Embedding CDRS into Local Authority Planning </a:t>
            </a: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endParaRPr lang="en-US" sz="2000" i="1" dirty="0">
              <a:solidFill>
                <a:schemeClr val="bg1"/>
              </a:solidFill>
            </a:endParaRPr>
          </a:p>
          <a:p>
            <a:pPr marL="457200" lvl="2" algn="ctr">
              <a:lnSpc>
                <a:spcPct val="110000"/>
              </a:lnSpc>
              <a:spcBef>
                <a:spcPts val="500"/>
              </a:spcBef>
            </a:pPr>
            <a:r>
              <a:rPr lang="en-US" sz="2000" i="1" dirty="0">
                <a:solidFill>
                  <a:schemeClr val="bg1"/>
                </a:solidFill>
              </a:rPr>
              <a:t>(16:00-17:00)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B1109B6-904A-9F77-751C-E73CBE56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065" y="4507264"/>
            <a:ext cx="10515600" cy="200507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Linking screening to budgeting and approval decisions</a:t>
            </a:r>
          </a:p>
          <a:p>
            <a:pPr marL="342900" lvl="1" indent="-3429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Institutionalizing climate-smart practices</a:t>
            </a:r>
          </a:p>
        </p:txBody>
      </p:sp>
    </p:spTree>
    <p:extLst>
      <p:ext uri="{BB962C8B-B14F-4D97-AF65-F5344CB8AC3E}">
        <p14:creationId xmlns:p14="http://schemas.microsoft.com/office/powerpoint/2010/main" val="1879362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DCCA-FCA4-AD69-1B4D-5A561C98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49F377-6ABA-6729-873D-19641921C9EF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3484E-BD45-EC91-EB09-5F7209E5E229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CBCF1-3BD3-54E7-3377-7FF7CBDF1D0E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Embedding climate in PSIP rules and procedures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287693-7762-1518-2362-80CBA33D3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72" y="1549400"/>
            <a:ext cx="11456028" cy="5016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Why embedding matters </a:t>
            </a:r>
          </a:p>
          <a:p>
            <a:pPr lvl="1"/>
            <a:r>
              <a:rPr lang="en-US" sz="3200" b="1" dirty="0"/>
              <a:t>Without institutionalization </a:t>
            </a:r>
            <a:r>
              <a:rPr lang="en-US" sz="3200" dirty="0"/>
              <a:t>CDRS remains a technical exercise.</a:t>
            </a:r>
          </a:p>
          <a:p>
            <a:pPr lvl="1"/>
            <a:r>
              <a:rPr lang="en-US" sz="3200" b="1" dirty="0"/>
              <a:t>With institutionalization </a:t>
            </a:r>
            <a:r>
              <a:rPr lang="en-US" sz="3200" dirty="0"/>
              <a:t>CDRS becomes a decision rule.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Potential entry points:</a:t>
            </a:r>
          </a:p>
          <a:p>
            <a:pPr lvl="1"/>
            <a:r>
              <a:rPr lang="en-US" sz="3200" dirty="0"/>
              <a:t>PSIP Preparation Handbook</a:t>
            </a:r>
            <a:endParaRPr lang="en-US" sz="3600" dirty="0"/>
          </a:p>
          <a:p>
            <a:pPr lvl="1"/>
            <a:r>
              <a:rPr lang="en-US" sz="3200" dirty="0"/>
              <a:t>PSIP circular and orientation </a:t>
            </a:r>
            <a:endParaRPr lang="en-US" sz="3600" dirty="0"/>
          </a:p>
          <a:p>
            <a:pPr lvl="1"/>
            <a:r>
              <a:rPr lang="en-US" sz="3200" dirty="0"/>
              <a:t>CDRS NPP instruction manual</a:t>
            </a:r>
          </a:p>
          <a:p>
            <a:pPr lvl="1"/>
            <a:r>
              <a:rPr lang="en-US" sz="3200" dirty="0"/>
              <a:t>What else?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09899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DAE0-7634-3BD1-7DBC-24E9FFAF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54B806-DD47-A0B1-1F81-C0A89729ECFD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83957B-6595-94E4-113B-03CF6D7EB026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A7A3C-1168-5592-FEC0-45EA2F560BFB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Open Discussion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94A749-5A50-E2D8-CB65-E436C18E6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49400"/>
            <a:ext cx="11290300" cy="508000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Where should CDRS be mandatory?</a:t>
            </a:r>
          </a:p>
          <a:p>
            <a:endParaRPr lang="en-US" sz="3600" dirty="0"/>
          </a:p>
          <a:p>
            <a:r>
              <a:rPr lang="en-US" sz="3600" dirty="0"/>
              <a:t>Where is it currently too complex?</a:t>
            </a:r>
          </a:p>
          <a:p>
            <a:endParaRPr lang="en-US" sz="3600" dirty="0"/>
          </a:p>
          <a:p>
            <a:r>
              <a:rPr lang="en-US" sz="3600" dirty="0"/>
              <a:t>Where does it need improvements?</a:t>
            </a:r>
          </a:p>
          <a:p>
            <a:endParaRPr lang="en-US" sz="3600" dirty="0"/>
          </a:p>
          <a:p>
            <a:r>
              <a:rPr lang="en-US" sz="3600" dirty="0"/>
              <a:t>What should be changed in:</a:t>
            </a:r>
          </a:p>
          <a:p>
            <a:pPr lvl="1"/>
            <a:r>
              <a:rPr lang="en-US" sz="3200" dirty="0"/>
              <a:t>CDRS instruction manual?</a:t>
            </a:r>
          </a:p>
          <a:p>
            <a:pPr lvl="1"/>
            <a:r>
              <a:rPr lang="en-US" sz="3200" dirty="0"/>
              <a:t>NPP template?</a:t>
            </a:r>
          </a:p>
          <a:p>
            <a:pPr lvl="1"/>
            <a:r>
              <a:rPr lang="en-US" sz="3200" dirty="0"/>
              <a:t>Appraisal process?</a:t>
            </a:r>
          </a:p>
        </p:txBody>
      </p:sp>
    </p:spTree>
    <p:extLst>
      <p:ext uri="{BB962C8B-B14F-4D97-AF65-F5344CB8AC3E}">
        <p14:creationId xmlns:p14="http://schemas.microsoft.com/office/powerpoint/2010/main" val="630598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6666-E0E3-9EFF-91FB-AC2CEACE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93A0B86-AC94-F37D-AC1B-EF32327BBCD7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2AC3F3-295A-5210-5D36-A19186314D1F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39AF7-8031-E7CE-D96E-B46DF8BEA40C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Exercise: Improving the System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D5346C-1288-D8B0-2470-4996A35FE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49400"/>
            <a:ext cx="11290300" cy="50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Task: </a:t>
            </a:r>
            <a:r>
              <a:rPr lang="en-US" sz="3600" dirty="0"/>
              <a:t>In groups, propose one concrete improvement to:</a:t>
            </a:r>
          </a:p>
          <a:p>
            <a:pPr lvl="1"/>
            <a:r>
              <a:rPr lang="en-US" sz="3200" dirty="0"/>
              <a:t>CDRS Instructions Manual, OR</a:t>
            </a:r>
          </a:p>
          <a:p>
            <a:pPr lvl="1"/>
            <a:r>
              <a:rPr lang="en-US" sz="3200" dirty="0"/>
              <a:t>NPP template, OR</a:t>
            </a:r>
          </a:p>
          <a:p>
            <a:pPr lvl="1"/>
            <a:r>
              <a:rPr lang="en-US" sz="3200" dirty="0"/>
              <a:t>PSIP appraisal process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Output</a:t>
            </a:r>
            <a:r>
              <a:rPr lang="en-US" sz="3600" dirty="0"/>
              <a:t>: A short, precise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2357596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AC82-543B-63FB-EDCE-138D563E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A4859B-4423-3459-4D15-C3371930D219}"/>
              </a:ext>
            </a:extLst>
          </p:cNvPr>
          <p:cNvSpPr txBox="1"/>
          <p:nvPr/>
        </p:nvSpPr>
        <p:spPr>
          <a:xfrm>
            <a:off x="532773" y="88766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Snapshot: CCIAs</a:t>
            </a:r>
            <a:endParaRPr kumimoji="0" lang="es-ES_tradnl" sz="3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C72466-E63D-42BC-0B2F-B676091C3B09}"/>
              </a:ext>
            </a:extLst>
          </p:cNvPr>
          <p:cNvSpPr/>
          <p:nvPr/>
        </p:nvSpPr>
        <p:spPr>
          <a:xfrm>
            <a:off x="0" y="0"/>
            <a:ext cx="12191999" cy="1258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62E19-F164-8371-0BB5-1C3E5AF8D6DE}"/>
              </a:ext>
            </a:extLst>
          </p:cNvPr>
          <p:cNvSpPr txBox="1"/>
          <p:nvPr/>
        </p:nvSpPr>
        <p:spPr>
          <a:xfrm>
            <a:off x="532772" y="113721"/>
            <a:ext cx="1157214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prstClr val="white"/>
                </a:solidFill>
                <a:latin typeface="Century Gothic" panose="020B0502020202020204" pitchFamily="34" charset="0"/>
              </a:rPr>
              <a:t>Key Learning Reflection and Commitment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9589A5-7F80-C15E-BF6A-BA6657565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549400"/>
            <a:ext cx="11290300" cy="50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Reflect on:</a:t>
            </a:r>
          </a:p>
          <a:p>
            <a:pPr lvl="1"/>
            <a:r>
              <a:rPr lang="en-US" sz="3200" dirty="0"/>
              <a:t>What changed in how you think about climate risk?</a:t>
            </a:r>
          </a:p>
          <a:p>
            <a:pPr lvl="1"/>
            <a:r>
              <a:rPr lang="en-US" sz="3200" dirty="0"/>
              <a:t>What changed in how you prepare / assess projects?</a:t>
            </a:r>
          </a:p>
          <a:p>
            <a:pPr lvl="1"/>
            <a:r>
              <a:rPr lang="en-US" sz="3200" dirty="0"/>
              <a:t>What changed in how you would advise decision-makers?</a:t>
            </a:r>
          </a:p>
          <a:p>
            <a:pPr marL="457200" lvl="1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600" b="1" dirty="0"/>
              <a:t>Individual commitment exercise</a:t>
            </a:r>
          </a:p>
          <a:p>
            <a:pPr lvl="1"/>
            <a:r>
              <a:rPr lang="en-US" sz="3200" dirty="0"/>
              <a:t>Each person is this training is kindly asked to commit to one concrete behavioral change in how they will use CDRS in their work.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85658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FE18-0C92-D94E-75AB-B40EFBE1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7E00DA-74A6-A9CA-C3BB-611279F8A72A}"/>
              </a:ext>
            </a:extLst>
          </p:cNvPr>
          <p:cNvSpPr/>
          <p:nvPr/>
        </p:nvSpPr>
        <p:spPr>
          <a:xfrm>
            <a:off x="261257" y="240683"/>
            <a:ext cx="11669486" cy="4713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20317-CFF6-486D-CDE4-EB7B3E3907D4}"/>
              </a:ext>
            </a:extLst>
          </p:cNvPr>
          <p:cNvSpPr/>
          <p:nvPr/>
        </p:nvSpPr>
        <p:spPr>
          <a:xfrm>
            <a:off x="363991" y="1170165"/>
            <a:ext cx="11436473" cy="36009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END!</a:t>
            </a:r>
          </a:p>
          <a:p>
            <a:pPr algn="ctr"/>
            <a:endParaRPr lang="en-US" sz="4800" b="1" dirty="0">
              <a:solidFill>
                <a:schemeClr val="bg1"/>
              </a:solidFill>
            </a:endParaRPr>
          </a:p>
          <a:p>
            <a:pPr algn="ctr"/>
            <a:r>
              <a:rPr lang="en-US" sz="4800" b="1" dirty="0">
                <a:solidFill>
                  <a:schemeClr val="bg1"/>
                </a:solidFill>
              </a:rPr>
              <a:t>Thank you for your time and attention. We appreciate you ALL</a:t>
            </a:r>
          </a:p>
          <a:p>
            <a:endParaRPr lang="en-US" sz="3600" dirty="0">
              <a:solidFill>
                <a:schemeClr val="bg1"/>
              </a:solidFill>
              <a:latin typeface="Century Gothic"/>
              <a:cs typeface="Calibri" panose="020F0502020204030204"/>
            </a:endParaRPr>
          </a:p>
        </p:txBody>
      </p:sp>
      <p:pic>
        <p:nvPicPr>
          <p:cNvPr id="4" name="Picture 3" descr="Malawi: Government &gt;&gt; globalEDGE: Your source for Global Business Knowledge">
            <a:extLst>
              <a:ext uri="{FF2B5EF4-FFF2-40B4-BE49-F238E27FC236}">
                <a16:creationId xmlns:a16="http://schemas.microsoft.com/office/drawing/2014/main" id="{210365ED-8A56-E320-F981-186710007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91" y="5201783"/>
            <a:ext cx="1449161" cy="1534433"/>
          </a:xfrm>
          <a:prstGeom prst="rect">
            <a:avLst/>
          </a:prstGeom>
        </p:spPr>
      </p:pic>
      <p:pic>
        <p:nvPicPr>
          <p:cNvPr id="8" name="Graphic 7" descr="Download World Bank Logo in SVG Vector or PNG File Format ...">
            <a:extLst>
              <a:ext uri="{FF2B5EF4-FFF2-40B4-BE49-F238E27FC236}">
                <a16:creationId xmlns:a16="http://schemas.microsoft.com/office/drawing/2014/main" id="{9491C8F2-A368-2311-F912-39A432A10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7543" y="4894943"/>
            <a:ext cx="2743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80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2392</TotalTime>
  <Words>2603</Words>
  <Application>Microsoft Office PowerPoint</Application>
  <PresentationFormat>Widescreen</PresentationFormat>
  <Paragraphs>430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 Narrow</vt:lpstr>
      <vt:lpstr>Arial</vt:lpstr>
      <vt:lpstr>Calibri</vt:lpstr>
      <vt:lpstr>Calibri Light</vt:lpstr>
      <vt:lpstr>Century Gothic</vt:lpstr>
      <vt:lpstr>Corbel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Verena Maria Fritz</dc:creator>
  <cp:lastModifiedBy>Richard Anthony Sutherland</cp:lastModifiedBy>
  <cp:revision>6</cp:revision>
  <dcterms:created xsi:type="dcterms:W3CDTF">2023-06-30T08:43:40Z</dcterms:created>
  <dcterms:modified xsi:type="dcterms:W3CDTF">2026-04-14T14:08:19Z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MSIP_Label_89608d83-f952-409d-b7c5-456515bbbf5a_Enabled">
    <vt:lpwstr>true</vt:lpwstr>
  </property>
  <property fmtid="{D5CDD505-2E9C-101B-9397-08002B2CF9AE}" pid="4" name="MSIP_Label_89608d83-f952-409d-b7c5-456515bbbf5a_SetDate">
    <vt:lpwstr>2026-02-03T13:23:14Z</vt:lpwstr>
  </property>
  <property fmtid="{D5CDD505-2E9C-101B-9397-08002B2CF9AE}" pid="5" name="MSIP_Label_89608d83-f952-409d-b7c5-456515bbbf5a_Method">
    <vt:lpwstr>Privileged</vt:lpwstr>
  </property>
  <property fmtid="{D5CDD505-2E9C-101B-9397-08002B2CF9AE}" pid="6" name="MSIP_Label_89608d83-f952-409d-b7c5-456515bbbf5a_Name">
    <vt:lpwstr>Public</vt:lpwstr>
  </property>
  <property fmtid="{D5CDD505-2E9C-101B-9397-08002B2CF9AE}" pid="7" name="MSIP_Label_89608d83-f952-409d-b7c5-456515bbbf5a_SiteId">
    <vt:lpwstr>31a2fec0-266b-4c67-b56e-2796d8f59c36</vt:lpwstr>
  </property>
  <property fmtid="{D5CDD505-2E9C-101B-9397-08002B2CF9AE}" pid="8" name="MSIP_Label_89608d83-f952-409d-b7c5-456515bbbf5a_ActionId">
    <vt:lpwstr>d1e9453c-1ea4-4fad-82fd-c2f1981ffe25</vt:lpwstr>
  </property>
  <property fmtid="{D5CDD505-2E9C-101B-9397-08002B2CF9AE}" pid="9" name="MSIP_Label_89608d83-f952-409d-b7c5-456515bbbf5a_ContentBits">
    <vt:lpwstr>0</vt:lpwstr>
  </property>
  <property fmtid="{D5CDD505-2E9C-101B-9397-08002B2CF9AE}" pid="10" name="MSIP_Label_89608d83-f952-409d-b7c5-456515bbbf5a_Tag">
    <vt:lpwstr>10, 0, 1, 1</vt:lpwstr>
  </property>
</Properties>
</file>